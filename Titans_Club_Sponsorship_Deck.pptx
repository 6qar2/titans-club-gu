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59E63655.xml" ContentType="application/vnd.openxmlformats-officedocument.presentationml.slideMaster+xml"/>
  <Override PartName="/ppt/slides/slide_A01_19DD61F8.xml" ContentType="application/vnd.openxmlformats-officedocument.presentationml.slide+xml"/>
  <Override PartName="/ppt/slides/slide_A02_76FF1360.xml" ContentType="application/vnd.openxmlformats-officedocument.presentationml.slide+xml"/>
  <Override PartName="/ppt/slides/slide_A03_D092AC4.xml" ContentType="application/vnd.openxmlformats-officedocument.presentationml.slide+xml"/>
  <Override PartName="/ppt/slides/slide_A04_AC964DAE.xml" ContentType="application/vnd.openxmlformats-officedocument.presentationml.slide+xml"/>
  <Override PartName="/ppt/slides/slide_A05_682EBB92.xml" ContentType="application/vnd.openxmlformats-officedocument.presentationml.slide+xml"/>
  <Override PartName="/ppt/slides/slide_A06_CB6A581E.xml" ContentType="application/vnd.openxmlformats-officedocument.presentationml.slide+xml"/>
  <Override PartName="/ppt/slides/slide_A07_98B93E77.xml" ContentType="application/vnd.openxmlformats-officedocument.presentationml.slide+xml"/>
  <Override PartName="/ppt/slides/slide_A08_9A580192.xml" ContentType="application/vnd.openxmlformats-officedocument.presentationml.slide+xml"/>
  <Override PartName="/ppt/slides/slide_A09_31865066.xml" ContentType="application/vnd.openxmlformats-officedocument.presentationml.slide+xml"/>
  <Override PartName="/ppt/slides/slide_A0A_1E12B54.xml" ContentType="application/vnd.openxmlformats-officedocument.presentationml.slide+xml"/>
  <Override PartName="/ppt/slides/slide_A0B_E1C2C7A2.xml" ContentType="application/vnd.openxmlformats-officedocument.presentationml.slide+xml"/>
  <Override PartName="/ppt/slides/slide_A0C_D4503868.xml" ContentType="application/vnd.openxmlformats-officedocument.presentationml.slide+xml"/>
  <Override PartName="/ppt/slides/slide_A0D_8F87201A.xml" ContentType="application/vnd.openxmlformats-officedocument.presentationml.slide+xml"/>
  <Override PartName="/ppt/notesMasters/notesMaster_0_8BC9AC18.xml" ContentType="application/vnd.openxmlformats-officedocument.presentationml.notesMaster+xml"/>
  <Override PartName="/ppt/presProps.xml" ContentType="application/vnd.openxmlformats-officedocument.presentationml.presProps+xml"/>
  <Override PartName="/ppt/theme/theme_80000000_59E63655.xml" ContentType="application/vnd.openxmlformats-officedocument.theme+xml"/>
  <Override PartName="/ppt/tableStyles.xml" ContentType="application/vnd.openxmlformats-officedocument.presentationml.tableStyles+xml"/>
  <Override PartName="/ppt/slideLayouts/slideLayout_80000001_2D02C8FD.xml" ContentType="application/vnd.openxmlformats-officedocument.presentationml.slideLayout+xml"/>
  <Override PartName="/ppt/slideLayouts/slideLayout_80000002_BC86188.xml" ContentType="application/vnd.openxmlformats-officedocument.presentationml.slideLayout+xml"/>
  <Override PartName="/ppt/slideLayouts/slideLayout_80000003_4C1E6931.xml" ContentType="application/vnd.openxmlformats-officedocument.presentationml.slideLayout+xml"/>
  <Override PartName="/ppt/slideLayouts/slideLayout_80000004_6E3A6DE3.xml" ContentType="application/vnd.openxmlformats-officedocument.presentationml.slideLayout+xml"/>
  <Override PartName="/ppt/slideLayouts/slideLayout_80000005_3DF142ED.xml" ContentType="application/vnd.openxmlformats-officedocument.presentationml.slideLayout+xml"/>
  <Override PartName="/ppt/slideLayouts/slideLayout_80000006_31107960.xml" ContentType="application/vnd.openxmlformats-officedocument.presentationml.slideLayout+xml"/>
  <Override PartName="/ppt/slideLayouts/slideLayout_80000007_64894274.xml" ContentType="application/vnd.openxmlformats-officedocument.presentationml.slideLayout+xml"/>
  <Override PartName="/ppt/slideLayouts/slideLayout_80000008_8F0CCE55.xml" ContentType="application/vnd.openxmlformats-officedocument.presentationml.slideLayout+xml"/>
  <Override PartName="/ppt/slideLayouts/slideLayout_80000009_9A284A8D.xml" ContentType="application/vnd.openxmlformats-officedocument.presentationml.slideLayout+xml"/>
  <Override PartName="/ppt/slideLayouts/slideLayout_8000000A_5DE7C0F4.xml" ContentType="application/vnd.openxmlformats-officedocument.presentationml.slideLayout+xml"/>
  <Override PartName="/ppt/slideLayouts/slideLayout_8000000B_12502A4D.xml" ContentType="application/vnd.openxmlformats-officedocument.presentationml.slideLayout+xml"/>
  <Override PartName="/ppt/slideLayouts/slideLayout_80000018_2D8A9D18.xml" ContentType="application/vnd.openxmlformats-officedocument.presentationml.slideLayout+xml"/>
  <Override PartName="/ppt/slideLayouts/slideLayout_80000019_EED6C8D3.xml" ContentType="application/vnd.openxmlformats-officedocument.presentationml.slideLayout+xml"/>
  <Override PartName="/ppt/slideLayouts/slideLayout_8000001A_83A67952.xml" ContentType="application/vnd.openxmlformats-officedocument.presentationml.slideLayout+xml"/>
  <Override PartName="/ppt/slideLayouts/slideLayout_8000001B_BC225DE6.xml" ContentType="application/vnd.openxmlformats-officedocument.presentationml.slideLayout+xml"/>
  <Override PartName="/ppt/slideLayouts/slideLayout_8000001C_7D945FD.xml" ContentType="application/vnd.openxmlformats-officedocument.presentationml.slideLayout+xml"/>
  <Override PartName="/ppt/slideLayouts/slideLayout_8000001D_1F0508E7.xml" ContentType="application/vnd.openxmlformats-officedocument.presentationml.slideLayout+xml"/>
  <Override PartName="/ppt/slideLayouts/slideLayout_8000001E_BEFD7DE0.xml" ContentType="application/vnd.openxmlformats-officedocument.presentationml.slideLayout+xml"/>
  <Override PartName="/ppt/slideLayouts/slideLayout_8000001F_40BE5340.xml" ContentType="application/vnd.openxmlformats-officedocument.presentationml.slideLayout+xml"/>
  <Override PartName="/ppt/slideLayouts/slideLayout_80000020_3BA5D3F7.xml" ContentType="application/vnd.openxmlformats-officedocument.presentationml.slideLayout+xml"/>
  <Override PartName="/ppt/slideLayouts/slideLayout_80000021_38E06CA.xml" ContentType="application/vnd.openxmlformats-officedocument.presentationml.slideLayout+xml"/>
  <Override PartName="/ppt/slideLayouts/slideLayout_80000022_41714D02.xml" ContentType="application/vnd.openxmlformats-officedocument.presentationml.slideLayout+xml"/>
  <Override PartName="/ppt/slideLayouts/slideLayout_80000023_9A0ED0D9.xml" ContentType="application/vnd.openxmlformats-officedocument.presentationml.slideLayout+xml"/>
  <Override PartName="/ppt/slideLayouts/slideLayout_80000024_EC46B38E.xml" ContentType="application/vnd.openxmlformats-officedocument.presentationml.slideLayout+xml"/>
  <Override PartName="/ppt/slideLayouts/slideLayout_80000025_B5E8AC0E.xml" ContentType="application/vnd.openxmlformats-officedocument.presentationml.slideLayout+xml"/>
  <Override PartName="/ppt/slideLayouts/slideLayout_80000026_C2CE182F.xml" ContentType="application/vnd.openxmlformats-officedocument.presentationml.slideLayout+xml"/>
  <Override PartName="/ppt/slideLayouts/slideLayout_80000027_41CCFE86.xml" ContentType="application/vnd.openxmlformats-officedocument.presentationml.slideLayout+xml"/>
  <Override PartName="/ppt/slideLayouts/slideLayout_80000028_D8347774.xml" ContentType="application/vnd.openxmlformats-officedocument.presentationml.slideLayout+xml"/>
  <Override PartName="/ppt/slideLayouts/slideLayout_80000029_10C9F8C6.xml" ContentType="application/vnd.openxmlformats-officedocument.presentationml.slideLayout+xml"/>
  <Override PartName="/ppt/slideLayouts/slideLayout_8000002A_7D573216.xml" ContentType="application/vnd.openxmlformats-officedocument.presentationml.slideLayout+xml"/>
  <Override PartName="/ppt/slideLayouts/slideLayout_8000002B_17CFC102.xml" ContentType="application/vnd.openxmlformats-officedocument.presentationml.slideLayout+xml"/>
  <Override PartName="/ppt/slideLayouts/slideLayout_8000002C_5BD78342.xml" ContentType="application/vnd.openxmlformats-officedocument.presentationml.slideLayout+xml"/>
  <Override PartName="/ppt/slideLayouts/slideLayout_8000002D_2714D80B.xml" ContentType="application/vnd.openxmlformats-officedocument.presentationml.slideLayout+xml"/>
  <Override PartName="/ppt/slideLayouts/slideLayout_8000002E_1972CF2B.xml" ContentType="application/vnd.openxmlformats-officedocument.presentationml.slideLayout+xml"/>
  <Override PartName="/ppt/slideLayouts/slideLayout_8000002F_4CABA665.xml" ContentType="application/vnd.openxmlformats-officedocument.presentationml.slideLayout+xml"/>
  <Override PartName="/ppt/slideLayouts/slideLayout_80000030_B3D61DAB.xml" ContentType="application/vnd.openxmlformats-officedocument.presentationml.slideLayout+xml"/>
  <Override PartName="/ppt/slideLayouts/slideLayout_80000031_8A411FBD.xml" ContentType="application/vnd.openxmlformats-officedocument.presentationml.slideLayout+xml"/>
  <Override PartName="/ppt/slideLayouts/slideLayout_80000032_E673388D.xml" ContentType="application/vnd.openxmlformats-officedocument.presentationml.slideLayout+xml"/>
  <Override PartName="/ppt/slideLayouts/slideLayout_80000033_DF5230D8.xml" ContentType="application/vnd.openxmlformats-officedocument.presentationml.slideLayout+xml"/>
  <Override PartName="/ppt/slideLayouts/slideLayout_80000034_4368EB31.xml" ContentType="application/vnd.openxmlformats-officedocument.presentationml.slideLayout+xml"/>
  <Override PartName="/ppt/slideLayouts/slideLayout_80000035_2D709864.xml" ContentType="application/vnd.openxmlformats-officedocument.presentationml.slideLayout+xml"/>
  <Override PartName="/ppt/slideLayouts/slideLayout_80000036_C49B9A99.xml" ContentType="application/vnd.openxmlformats-officedocument.presentationml.slideLayout+xml"/>
  <Override PartName="/ppt/slideLayouts/slideLayout_80000037_EBADA520.xml" ContentType="application/vnd.openxmlformats-officedocument.presentationml.slideLayout+xml"/>
  <Override PartName="/ppt/slideLayouts/slideLayout_80000038_ECE115DF.xml" ContentType="application/vnd.openxmlformats-officedocument.presentationml.slideLayout+xml"/>
  <Override PartName="/ppt/slideLayouts/slideLayout_80000039_DCE6050.xml" ContentType="application/vnd.openxmlformats-officedocument.presentationml.slideLayout+xml"/>
  <Override PartName="/ppt/slideLayouts/slideLayout_8000003A_EEC1D9BC.xml" ContentType="application/vnd.openxmlformats-officedocument.presentationml.slideLayout+xml"/>
  <Override PartName="/ppt/slideLayouts/slideLayout_8000003B_EE2AD967.xml" ContentType="application/vnd.openxmlformats-officedocument.presentationml.slideLayout+xml"/>
  <Override PartName="/ppt/slideLayouts/slideLayout_8000003C_C9C5C832.xml" ContentType="application/vnd.openxmlformats-officedocument.presentationml.slideLayout+xml"/>
  <Override PartName="/ppt/slideLayouts/slideLayout_8000003D_D0D982FA.xml" ContentType="application/vnd.openxmlformats-officedocument.presentationml.slideLayout+xml"/>
  <Override PartName="/ppt/slideLayouts/slideLayout_8000003E_AC4368C5.xml" ContentType="application/vnd.openxmlformats-officedocument.presentationml.slideLayout+xml"/>
  <Override PartName="/ppt/slideLayouts/slideLayout_8000003F_5E34E67D.xml" ContentType="application/vnd.openxmlformats-officedocument.presentationml.slideLayout+xml"/>
  <Override PartName="/ppt/slideLayouts/slideLayout_80000040_C86CC1DF.xml" ContentType="application/vnd.openxmlformats-officedocument.presentationml.slideLayout+xml"/>
  <Override PartName="/ppt/slideLayouts/slideLayout_80000041_C6E35629.xml" ContentType="application/vnd.openxmlformats-officedocument.presentationml.slideLayout+xml"/>
  <Override PartName="/ppt/slideLayouts/slideLayout_80000042_F1917AEF.xml" ContentType="application/vnd.openxmlformats-officedocument.presentationml.slideLayout+xml"/>
  <Override PartName="/ppt/slideLayouts/slideLayout_80000043_8995757B.xml" ContentType="application/vnd.openxmlformats-officedocument.presentationml.slideLayout+xml"/>
  <Override PartName="/ppt/slideLayouts/slideLayout_80000044_E9841288.xml" ContentType="application/vnd.openxmlformats-officedocument.presentationml.slideLayout+xml"/>
  <Override PartName="/ppt/theme/theme_0_8BC9AC18.xml" ContentType="application/vnd.openxmlformats-officedocument.theme+xml"/>
  <Override PartName="/ppt/notesSlides/notesSlide_A01_19DD61F8.xml" ContentType="application/vnd.openxmlformats-officedocument.presentationml.notesSlide+xml"/>
  <Override PartName="/ppt/notesSlides/notesSlide_A02_76FF1360.xml" ContentType="application/vnd.openxmlformats-officedocument.presentationml.notesSlide+xml"/>
  <Override PartName="/ppt/notesSlides/notesSlide_A03_D092AC4.xml" ContentType="application/vnd.openxmlformats-officedocument.presentationml.notesSlide+xml"/>
  <Override PartName="/ppt/notesSlides/notesSlide_A04_AC964DAE.xml" ContentType="application/vnd.openxmlformats-officedocument.presentationml.notesSlide+xml"/>
  <Override PartName="/ppt/notesSlides/notesSlide_A05_682EBB92.xml" ContentType="application/vnd.openxmlformats-officedocument.presentationml.notesSlide+xml"/>
  <Override PartName="/ppt/notesSlides/notesSlide_A06_CB6A581E.xml" ContentType="application/vnd.openxmlformats-officedocument.presentationml.notesSlide+xml"/>
  <Override PartName="/ppt/notesSlides/notesSlide_A07_98B93E77.xml" ContentType="application/vnd.openxmlformats-officedocument.presentationml.notesSlide+xml"/>
  <Override PartName="/ppt/notesSlides/notesSlide_A08_9A580192.xml" ContentType="application/vnd.openxmlformats-officedocument.presentationml.notesSlide+xml"/>
  <Override PartName="/ppt/notesSlides/notesSlide_A09_31865066.xml" ContentType="application/vnd.openxmlformats-officedocument.presentationml.notesSlide+xml"/>
  <Override PartName="/ppt/notesSlides/notesSlide_A0A_1E12B54.xml" ContentType="application/vnd.openxmlformats-officedocument.presentationml.notesSlide+xml"/>
  <Override PartName="/ppt/notesSlides/notesSlide_A0B_E1C2C7A2.xml" ContentType="application/vnd.openxmlformats-officedocument.presentationml.notesSlide+xml"/>
  <Override PartName="/ppt/notesSlides/notesSlide_A0C_D4503868.xml" ContentType="application/vnd.openxmlformats-officedocument.presentationml.notesSlide+xml"/>
  <Override PartName="/ppt/notesSlides/notesSlide_A0D_8F87201A.xml" ContentType="application/vnd.openxmlformats-officedocument.presentationml.notesSlide+xml"/>
  <Override PartName="/ppt/diagrams/data_A0D_8F87201A.xml" ContentType="application/vnd.openxmlformats-officedocument.drawingml.diagramData+xml"/>
  <Override PartName="/ppt/diagrams/layout_A0D_8F87201A.xml" ContentType="application/vnd.openxmlformats-officedocument.drawingml.diagramLayout+xml"/>
  <Override PartName="/ppt/diagrams/quickStyle_A0D_8F87201A.xml" ContentType="application/vnd.openxmlformats-officedocument.drawingml.diagramStyle+xml"/>
  <Override PartName="/ppt/diagrams/colors_A0D_8F87201A.xml" ContentType="application/vnd.openxmlformats-officedocument.drawingml.diagramColors+xml"/>
  <Override PartName="/ppt/diagrams/drawing_A0D_8F87201A.xml" ContentType="application/vnd.ms-office.drawingml.diagramDrawing+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Titans Club — Sponsorship Pitch Deck" id="{F1E8C9A3-07F3-4548-9807-BA7CA4D32E77}">
          <p14:sldIdLst>
            <p14:sldId id="2561"/>
          </p14:sldIdLst>
        </p14:section>
        <p14:section name="Identity and Vision" id="{7B88A1CF-7BE5-4443-A39B-386F531E4B7F}">
          <p14:sldIdLst>
            <p14:sldId id="2562"/>
            <p14:sldId id="2563"/>
            <p14:sldId id="2564"/>
          </p14:sldIdLst>
        </p14:section>
        <p14:section name="Core Strengths" id="{C76D44B3-8575-4B5D-AC0A-FB942BA98E65}">
          <p14:sldIdLst>
            <p14:sldId id="2565"/>
            <p14:sldId id="2566"/>
            <p14:sldId id="2567"/>
          </p14:sldIdLst>
        </p14:section>
        <p14:section name="Strategic Environment" id="{5449DE02-A0CC-4044-8BBC-36814A0BBD12}">
          <p14:sldIdLst>
            <p14:sldId id="2568"/>
          </p14:sldIdLst>
        </p14:section>
        <p14:section name="Events and Sponsor Value" id="{E5B1ABB6-573D-44E5-8C47-B36FD40B43C7}">
          <p14:sldIdLst>
            <p14:sldId id="2569"/>
            <p14:sldId id="2570"/>
          </p14:sldIdLst>
        </p14:section>
        <p14:section name="Partnership Structure and Contact" id="{FF0957D3-91D9-4D36-A8E5-DB5B44A83F07}">
          <p14:sldIdLst>
            <p14:sldId id="2571"/>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98B93E77.xml"/><Relationship Id="rId13" Type="http://schemas.openxmlformats.org/officeDocument/2006/relationships/slide" Target="slides/slide_A0C_D4503868.xml"/><Relationship Id="rId18" Type="http://schemas.openxmlformats.org/officeDocument/2006/relationships/tableStyles" Target="tableStyles.xml"/><Relationship Id="rId3" Type="http://schemas.openxmlformats.org/officeDocument/2006/relationships/slide" Target="slides/slide_A02_76FF1360.xml"/><Relationship Id="rId7" Type="http://schemas.openxmlformats.org/officeDocument/2006/relationships/slide" Target="slides/slide_A06_CB6A581E.xml"/><Relationship Id="rId12" Type="http://schemas.openxmlformats.org/officeDocument/2006/relationships/slide" Target="slides/slide_A0B_E1C2C7A2.xml"/><Relationship Id="rId17" Type="http://schemas.openxmlformats.org/officeDocument/2006/relationships/theme" Target="theme/theme_80000000_59E63655.xml"/><Relationship Id="rId2" Type="http://schemas.openxmlformats.org/officeDocument/2006/relationships/slide" Target="slides/slide_A01_19DD61F8.xml"/><Relationship Id="rId16" Type="http://schemas.openxmlformats.org/officeDocument/2006/relationships/presProps" Target="presProps.xml"/><Relationship Id="rId1" Type="http://schemas.openxmlformats.org/officeDocument/2006/relationships/slideMaster" Target="slideMasters/slideMaster_80000000_59E63655.xml"/><Relationship Id="rId6" Type="http://schemas.openxmlformats.org/officeDocument/2006/relationships/slide" Target="slides/slide_A05_682EBB92.xml"/><Relationship Id="rId11" Type="http://schemas.openxmlformats.org/officeDocument/2006/relationships/slide" Target="slides/slide_A0A_1E12B54.xml"/><Relationship Id="rId5" Type="http://schemas.openxmlformats.org/officeDocument/2006/relationships/slide" Target="slides/slide_A04_AC964DAE.xml"/><Relationship Id="rId15" Type="http://schemas.openxmlformats.org/officeDocument/2006/relationships/notesMaster" Target="notesMasters/notesMaster_0_8BC9AC18.xml"/><Relationship Id="rId10" Type="http://schemas.openxmlformats.org/officeDocument/2006/relationships/slide" Target="slides/slide_A09_31865066.xml"/><Relationship Id="rId4" Type="http://schemas.openxmlformats.org/officeDocument/2006/relationships/slide" Target="slides/slide_A03_D092AC4.xml"/><Relationship Id="rId9" Type="http://schemas.openxmlformats.org/officeDocument/2006/relationships/slide" Target="slides/slide_A08_9A580192.xml"/><Relationship Id="rId14" Type="http://schemas.openxmlformats.org/officeDocument/2006/relationships/slide" Target="slides/slide_A0D_8F87201A.xml"/></Relationships>
</file>

<file path=ppt/diagrams/_rels/data_A0D_8F87201A.xml.rels><?xml version="1.0" encoding="UTF-8" standalone="yes"?>
<Relationships xmlns="http://schemas.openxmlformats.org/package/2006/relationships"><Relationship Id="rId3" Type="http://schemas.openxmlformats.org/officeDocument/2006/relationships/image" Target="../media/image_4047BFEB.jpeg"/><Relationship Id="rId2" Type="http://schemas.openxmlformats.org/officeDocument/2006/relationships/image" Target="../media/image_23FB10EF.jpeg"/><Relationship Id="rId1" Type="http://schemas.openxmlformats.org/officeDocument/2006/relationships/image" Target="../media/image_D83E0135.jpeg"/></Relationships>
</file>

<file path=ppt/diagrams/_rels/drawing_A0D_8F87201A.xml.rels><?xml version="1.0" encoding="UTF-8" standalone="yes"?>
<Relationships xmlns="http://schemas.openxmlformats.org/package/2006/relationships"><Relationship Id="rId3" Type="http://schemas.openxmlformats.org/officeDocument/2006/relationships/image" Target="../media/image_4047BFEB.jpeg"/><Relationship Id="rId2" Type="http://schemas.openxmlformats.org/officeDocument/2006/relationships/image" Target="../media/image_23FB10EF.jpeg"/><Relationship Id="rId1" Type="http://schemas.openxmlformats.org/officeDocument/2006/relationships/image" Target="../media/image_D83E0135.jpeg"/></Relationships>
</file>

<file path=ppt/diagrams/colors_A0D_8F87201A.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_A0D_8F87201A.xml><?xml version="1.0" encoding="utf-8"?>
<dgm:dataModel xmlns:dgm="http://schemas.openxmlformats.org/drawingml/2006/diagram" xmlns:a="http://schemas.openxmlformats.org/drawingml/2006/main">
  <dgm:ptLst>
    <dgm:pt modelId="{37A3BA5A-EB6E-4489-B8D2-405C183F3BC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C2B4F48E-1AA7-4182-A195-05F58ED791D6}">
      <dgm:prSet/>
      <dgm:spPr/>
      <dgm:t>
        <a:bodyPr/>
        <a:lstStyle/>
        <a:p>
          <a:pPr>
            <a:lnSpc>
              <a:spcPct val="100000"/>
            </a:lnSpc>
            <a:defRPr b="1"/>
          </a:pPr>
          <a:r>
            <a:rPr lang="en-US"/>
            <a:t>Invitation for Partnerships</a:t>
          </a:r>
        </a:p>
      </dgm:t>
    </dgm:pt>
    <dgm:pt modelId="{09CCDA7D-41AC-4B6A-9CA0-01956000A094}" type="parTrans" cxnId="{0032388C-E373-423F-97FC-8720D7ABA992}">
      <dgm:prSet/>
      <dgm:spPr/>
      <dgm:t>
        <a:bodyPr/>
        <a:lstStyle/>
        <a:p>
          <a:endParaRPr lang="en-US"/>
        </a:p>
      </dgm:t>
    </dgm:pt>
    <dgm:pt modelId="{78DA72F3-1DDE-43A9-A2EE-B3D1730E8F58}" type="sibTrans" cxnId="{0032388C-E373-423F-97FC-8720D7ABA992}">
      <dgm:prSet/>
      <dgm:spPr/>
      <dgm:t>
        <a:bodyPr/>
        <a:lstStyle/>
        <a:p>
          <a:pPr>
            <a:lnSpc>
              <a:spcPct val="100000"/>
            </a:lnSpc>
            <a:defRPr b="1"/>
          </a:pPr>
          <a:endParaRPr lang="en-US"/>
        </a:p>
      </dgm:t>
    </dgm:pt>
    <dgm:pt modelId="{37F0C9CA-FA04-4032-919A-B99BAE1E306F}">
      <dgm:prSet/>
      <dgm:spPr/>
      <dgm:t>
        <a:bodyPr/>
        <a:lstStyle/>
        <a:p>
          <a:pPr>
            <a:lnSpc>
              <a:spcPct val="100000"/>
            </a:lnSpc>
          </a:pPr>
          <a:r>
            <a:rPr lang="en-US"/>
            <a:t>The Titans Club welcomes forward-thinking brands to build impactful partnerships at Galala University.</a:t>
          </a:r>
        </a:p>
      </dgm:t>
    </dgm:pt>
    <dgm:pt modelId="{AB89EE61-7C77-4A5F-9BAC-AF031D14A7D4}" type="parTrans" cxnId="{55767874-FFAC-4867-A5B2-EC13CE2AD71C}">
      <dgm:prSet/>
      <dgm:spPr/>
      <dgm:t>
        <a:bodyPr/>
        <a:lstStyle/>
        <a:p>
          <a:endParaRPr lang="en-US"/>
        </a:p>
      </dgm:t>
    </dgm:pt>
    <dgm:pt modelId="{006ECF23-8791-48F2-9AF4-78B26E06DA06}" type="sibTrans" cxnId="{55767874-FFAC-4867-A5B2-EC13CE2AD71C}">
      <dgm:prSet/>
      <dgm:spPr/>
      <dgm:t>
        <a:bodyPr/>
        <a:lstStyle/>
        <a:p>
          <a:endParaRPr lang="en-US"/>
        </a:p>
      </dgm:t>
    </dgm:pt>
    <dgm:pt modelId="{7DB35150-3667-4C92-A26C-216933FA8193}">
      <dgm:prSet/>
      <dgm:spPr/>
      <dgm:t>
        <a:bodyPr/>
        <a:lstStyle/>
        <a:p>
          <a:pPr>
            <a:lnSpc>
              <a:spcPct val="100000"/>
            </a:lnSpc>
            <a:defRPr b="1"/>
          </a:pPr>
          <a:r>
            <a:rPr lang="en-US"/>
            <a:t>Contact Information</a:t>
          </a:r>
        </a:p>
      </dgm:t>
    </dgm:pt>
    <dgm:pt modelId="{C075A017-4E98-49E3-A255-C9B2FDC8D42D}" type="parTrans" cxnId="{EF9D0594-88AB-44D8-9147-FA1CCB9A177D}">
      <dgm:prSet/>
      <dgm:spPr/>
      <dgm:t>
        <a:bodyPr/>
        <a:lstStyle/>
        <a:p>
          <a:endParaRPr lang="en-US"/>
        </a:p>
      </dgm:t>
    </dgm:pt>
    <dgm:pt modelId="{155C7843-36A3-4ECA-AE69-36FB908E4802}" type="sibTrans" cxnId="{EF9D0594-88AB-44D8-9147-FA1CCB9A177D}">
      <dgm:prSet/>
      <dgm:spPr/>
      <dgm:t>
        <a:bodyPr/>
        <a:lstStyle/>
        <a:p>
          <a:pPr>
            <a:lnSpc>
              <a:spcPct val="100000"/>
            </a:lnSpc>
            <a:defRPr b="1"/>
          </a:pPr>
          <a:endParaRPr lang="en-US"/>
        </a:p>
      </dgm:t>
    </dgm:pt>
    <dgm:pt modelId="{E1F961A0-55CA-4A33-886A-158D4FCDF692}">
      <dgm:prSet/>
      <dgm:spPr/>
      <dgm:t>
        <a:bodyPr/>
        <a:lstStyle/>
        <a:p>
          <a:pPr>
            <a:lnSpc>
              <a:spcPct val="100000"/>
            </a:lnSpc>
          </a:pPr>
          <a:r>
            <a:rPr lang="en-US"/>
            <a:t>Reach The Titans Club via email, website, and social media for inquiries and sponsorship discussions.</a:t>
          </a:r>
        </a:p>
      </dgm:t>
    </dgm:pt>
    <dgm:pt modelId="{5025543B-5515-490F-A24B-E2A8D264F814}" type="parTrans" cxnId="{C629F4CB-0941-4910-A6F6-A45A04EB4147}">
      <dgm:prSet/>
      <dgm:spPr/>
      <dgm:t>
        <a:bodyPr/>
        <a:lstStyle/>
        <a:p>
          <a:endParaRPr lang="en-US"/>
        </a:p>
      </dgm:t>
    </dgm:pt>
    <dgm:pt modelId="{5B3AE3D6-128F-4D1D-AD0A-06ECE166C1EF}" type="sibTrans" cxnId="{C629F4CB-0941-4910-A6F6-A45A04EB4147}">
      <dgm:prSet/>
      <dgm:spPr/>
      <dgm:t>
        <a:bodyPr/>
        <a:lstStyle/>
        <a:p>
          <a:endParaRPr lang="en-US"/>
        </a:p>
      </dgm:t>
    </dgm:pt>
    <dgm:pt modelId="{127DA949-EA91-42AA-9E07-1AEFF8729EA9}">
      <dgm:prSet/>
      <dgm:spPr/>
      <dgm:t>
        <a:bodyPr/>
        <a:lstStyle/>
        <a:p>
          <a:pPr>
            <a:lnSpc>
              <a:spcPct val="100000"/>
            </a:lnSpc>
            <a:defRPr b="1"/>
          </a:pPr>
          <a:r>
            <a:rPr lang="en-US"/>
            <a:t>Closing Message</a:t>
          </a:r>
        </a:p>
      </dgm:t>
    </dgm:pt>
    <dgm:pt modelId="{A34F4BE5-C3D5-4986-BDED-E3DCAE15BE93}" type="parTrans" cxnId="{102945FE-A5ED-4EE4-B740-E3A2972D794E}">
      <dgm:prSet/>
      <dgm:spPr/>
      <dgm:t>
        <a:bodyPr/>
        <a:lstStyle/>
        <a:p>
          <a:endParaRPr lang="en-US"/>
        </a:p>
      </dgm:t>
    </dgm:pt>
    <dgm:pt modelId="{3B8EB46A-FC9D-4B40-A110-0EEDA422B57B}" type="sibTrans" cxnId="{102945FE-A5ED-4EE4-B740-E3A2972D794E}">
      <dgm:prSet/>
      <dgm:spPr/>
      <dgm:t>
        <a:bodyPr/>
        <a:lstStyle/>
        <a:p>
          <a:endParaRPr lang="en-US"/>
        </a:p>
      </dgm:t>
    </dgm:pt>
    <dgm:pt modelId="{55F4384B-F619-4B2A-9759-65B1449CCDF1}">
      <dgm:prSet/>
      <dgm:spPr/>
      <dgm:t>
        <a:bodyPr/>
        <a:lstStyle/>
        <a:p>
          <a:pPr>
            <a:lnSpc>
              <a:spcPct val="100000"/>
            </a:lnSpc>
          </a:pPr>
          <a:r>
            <a:rPr lang="en-US"/>
            <a:t>LET’S BUILD SOMETHING GREAT TOGETHER: A strategic alliance with future leaders and innovators.</a:t>
          </a:r>
        </a:p>
      </dgm:t>
    </dgm:pt>
    <dgm:pt modelId="{13FC77E5-0D77-4780-B579-8250589AF784}" type="parTrans" cxnId="{605BAA65-0A0B-405A-97CE-B8F3AE2F9558}">
      <dgm:prSet/>
      <dgm:spPr/>
      <dgm:t>
        <a:bodyPr/>
        <a:lstStyle/>
        <a:p>
          <a:endParaRPr lang="en-US"/>
        </a:p>
      </dgm:t>
    </dgm:pt>
    <dgm:pt modelId="{58A2DFD4-B265-42A5-9B97-C41EF8E2467F}" type="sibTrans" cxnId="{605BAA65-0A0B-405A-97CE-B8F3AE2F9558}">
      <dgm:prSet/>
      <dgm:spPr/>
      <dgm:t>
        <a:bodyPr/>
        <a:lstStyle/>
        <a:p>
          <a:endParaRPr lang="en-US"/>
        </a:p>
      </dgm:t>
    </dgm:pt>
    <dgm:pt modelId="{724E76FE-3A5A-4F20-AE78-43CCEE9B076C}" type="pres">
      <dgm:prSet presAssocID="{37A3BA5A-EB6E-4489-B8D2-405C183F3BCA}" presName="Root" presStyleCnt="0">
        <dgm:presLayoutVars>
          <dgm:dir/>
          <dgm:resizeHandles val="exact"/>
        </dgm:presLayoutVars>
      </dgm:prSet>
      <dgm:spPr/>
    </dgm:pt>
    <dgm:pt modelId="{96CB74EE-50BA-4BD9-942F-ACF226441D01}" type="pres">
      <dgm:prSet presAssocID="{C2B4F48E-1AA7-4182-A195-05F58ED791D6}" presName="Composite" presStyleCnt="0"/>
      <dgm:spPr/>
    </dgm:pt>
    <dgm:pt modelId="{4F881C86-B6EA-40D1-95F1-A3CDE8431043}" type="pres">
      <dgm:prSet presAssocID="{C2B4F48E-1AA7-4182-A195-05F58ED791D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9534" r="23712" b="-6"/>
          <a:stretch/>
        </a:blipFill>
      </dgm:spPr>
      <dgm:extLst>
        <a:ext uri="{E40237B7-FDA0-4F09-8148-C483321AD2D9}">
          <dgm14:cNvPr xmlns:dgm14="http://schemas.microsoft.com/office/drawing/2010/diagram" id="0" name="" descr="Business handshake"/>
        </a:ext>
      </dgm:extLst>
    </dgm:pt>
    <dgm:pt modelId="{D9E08935-CEB2-497C-B341-ADD8C02DE176}" type="pres">
      <dgm:prSet presAssocID="{C2B4F48E-1AA7-4182-A195-05F58ED791D6}" presName="Subtitle" presStyleLbl="revTx" presStyleIdx="0" presStyleCnt="6">
        <dgm:presLayoutVars>
          <dgm:chMax val="0"/>
          <dgm:bulletEnabled/>
        </dgm:presLayoutVars>
      </dgm:prSet>
      <dgm:spPr/>
    </dgm:pt>
    <dgm:pt modelId="{2A3FC768-CCD3-41D7-962A-BE61C3074319}" type="pres">
      <dgm:prSet presAssocID="{C2B4F48E-1AA7-4182-A195-05F58ED791D6}" presName="Description" presStyleLbl="revTx" presStyleIdx="1" presStyleCnt="6">
        <dgm:presLayoutVars>
          <dgm:bulletEnabled/>
        </dgm:presLayoutVars>
      </dgm:prSet>
      <dgm:spPr/>
    </dgm:pt>
    <dgm:pt modelId="{C22F08BE-E994-423F-8D65-037351358A55}" type="pres">
      <dgm:prSet presAssocID="{78DA72F3-1DDE-43A9-A2EE-B3D1730E8F58}" presName="sibTrans" presStyleLbl="sibTrans2D1" presStyleIdx="0" presStyleCnt="0"/>
      <dgm:spPr/>
    </dgm:pt>
    <dgm:pt modelId="{A8E5FD7A-74A6-4D1E-8B68-C30BAEE979F5}" type="pres">
      <dgm:prSet presAssocID="{7DB35150-3667-4C92-A26C-216933FA8193}" presName="Composite" presStyleCnt="0"/>
      <dgm:spPr/>
    </dgm:pt>
    <dgm:pt modelId="{4C55D30C-C7D7-4708-83BC-32DB95CF24EA}" type="pres">
      <dgm:prSet presAssocID="{7DB35150-3667-4C92-A26C-216933FA819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6024" r="7727" b="3"/>
          <a:stretch/>
        </a:blipFill>
      </dgm:spPr>
      <dgm:extLst>
        <a:ext uri="{E40237B7-FDA0-4F09-8148-C483321AD2D9}">
          <dgm14:cNvPr xmlns:dgm14="http://schemas.microsoft.com/office/drawing/2010/diagram" id="0" name="" descr="Email marketing online message network security internet"/>
        </a:ext>
      </dgm:extLst>
    </dgm:pt>
    <dgm:pt modelId="{1B67DFDE-B838-4ECD-B53E-DEFB2976F018}" type="pres">
      <dgm:prSet presAssocID="{7DB35150-3667-4C92-A26C-216933FA8193}" presName="Subtitle" presStyleLbl="revTx" presStyleIdx="2" presStyleCnt="6">
        <dgm:presLayoutVars>
          <dgm:chMax val="0"/>
          <dgm:bulletEnabled/>
        </dgm:presLayoutVars>
      </dgm:prSet>
      <dgm:spPr/>
    </dgm:pt>
    <dgm:pt modelId="{1931DE57-46CC-4766-93C8-CD9765E5D686}" type="pres">
      <dgm:prSet presAssocID="{7DB35150-3667-4C92-A26C-216933FA8193}" presName="Description" presStyleLbl="revTx" presStyleIdx="3" presStyleCnt="6">
        <dgm:presLayoutVars>
          <dgm:bulletEnabled/>
        </dgm:presLayoutVars>
      </dgm:prSet>
      <dgm:spPr/>
    </dgm:pt>
    <dgm:pt modelId="{979F573E-BA29-438A-846F-C3F41E94A8B8}" type="pres">
      <dgm:prSet presAssocID="{155C7843-36A3-4ECA-AE69-36FB908E4802}" presName="sibTrans" presStyleLbl="sibTrans2D1" presStyleIdx="0" presStyleCnt="0"/>
      <dgm:spPr/>
    </dgm:pt>
    <dgm:pt modelId="{E9F9C5A2-AA10-45C9-95A2-9214E8E7AE25}" type="pres">
      <dgm:prSet presAssocID="{127DA949-EA91-42AA-9E07-1AEFF8729EA9}" presName="Composite" presStyleCnt="0"/>
      <dgm:spPr/>
    </dgm:pt>
    <dgm:pt modelId="{396CF94D-69A7-4E13-B958-9E8A47394DFB}" type="pres">
      <dgm:prSet presAssocID="{127DA949-EA91-42AA-9E07-1AEFF8729EA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626" r="30871" b="-5"/>
          <a:stretch/>
        </a:blipFill>
      </dgm:spPr>
      <dgm:extLst>
        <a:ext uri="{E40237B7-FDA0-4F09-8148-C483321AD2D9}">
          <dgm14:cNvPr xmlns:dgm14="http://schemas.microsoft.com/office/drawing/2010/diagram" id="0" name="" descr="People talking at workplace"/>
        </a:ext>
      </dgm:extLst>
    </dgm:pt>
    <dgm:pt modelId="{71DDF7DB-56A8-4684-90C5-FAB8912BB7D4}" type="pres">
      <dgm:prSet presAssocID="{127DA949-EA91-42AA-9E07-1AEFF8729EA9}" presName="Subtitle" presStyleLbl="revTx" presStyleIdx="4" presStyleCnt="6">
        <dgm:presLayoutVars>
          <dgm:chMax val="0"/>
          <dgm:bulletEnabled/>
        </dgm:presLayoutVars>
      </dgm:prSet>
      <dgm:spPr/>
    </dgm:pt>
    <dgm:pt modelId="{F537304E-AFDE-4813-84F7-B6CEF716F078}" type="pres">
      <dgm:prSet presAssocID="{127DA949-EA91-42AA-9E07-1AEFF8729EA9}" presName="Description" presStyleLbl="revTx" presStyleIdx="5" presStyleCnt="6">
        <dgm:presLayoutVars>
          <dgm:bulletEnabled/>
        </dgm:presLayoutVars>
      </dgm:prSet>
      <dgm:spPr/>
    </dgm:pt>
  </dgm:ptLst>
  <dgm:cxnLst>
    <dgm:cxn modelId="{BC33FF04-33BB-4BBB-808B-2311A0EC4591}" type="presOf" srcId="{155C7843-36A3-4ECA-AE69-36FB908E4802}" destId="{979F573E-BA29-438A-846F-C3F41E94A8B8}" srcOrd="0" destOrd="0" presId="urn:microsoft.com/office/officeart/2024/3/layout/verticalVisualTextBlock1"/>
    <dgm:cxn modelId="{3078D918-590C-4E56-8FE7-F2CC374BC809}" type="presOf" srcId="{7DB35150-3667-4C92-A26C-216933FA8193}" destId="{1B67DFDE-B838-4ECD-B53E-DEFB2976F018}" srcOrd="0" destOrd="0" presId="urn:microsoft.com/office/officeart/2024/3/layout/verticalVisualTextBlock1"/>
    <dgm:cxn modelId="{2EFADA28-1335-4710-BFC2-7CB30107110C}" type="presOf" srcId="{127DA949-EA91-42AA-9E07-1AEFF8729EA9}" destId="{71DDF7DB-56A8-4684-90C5-FAB8912BB7D4}" srcOrd="0" destOrd="0" presId="urn:microsoft.com/office/officeart/2024/3/layout/verticalVisualTextBlock1"/>
    <dgm:cxn modelId="{F6E4033F-1543-41CE-9BA0-3CC4D2ECF631}" type="presOf" srcId="{E1F961A0-55CA-4A33-886A-158D4FCDF692}" destId="{1931DE57-46CC-4766-93C8-CD9765E5D686}" srcOrd="0" destOrd="0" presId="urn:microsoft.com/office/officeart/2024/3/layout/verticalVisualTextBlock1"/>
    <dgm:cxn modelId="{5AF38F5B-6BD0-4D7A-B422-100254DF2B45}" type="presOf" srcId="{C2B4F48E-1AA7-4182-A195-05F58ED791D6}" destId="{D9E08935-CEB2-497C-B341-ADD8C02DE176}" srcOrd="0" destOrd="0" presId="urn:microsoft.com/office/officeart/2024/3/layout/verticalVisualTextBlock1"/>
    <dgm:cxn modelId="{C453D95B-7AAC-4DD7-84B7-D76B2D61A751}" type="presOf" srcId="{37F0C9CA-FA04-4032-919A-B99BAE1E306F}" destId="{2A3FC768-CCD3-41D7-962A-BE61C3074319}" srcOrd="0" destOrd="0" presId="urn:microsoft.com/office/officeart/2024/3/layout/verticalVisualTextBlock1"/>
    <dgm:cxn modelId="{605BAA65-0A0B-405A-97CE-B8F3AE2F9558}" srcId="{127DA949-EA91-42AA-9E07-1AEFF8729EA9}" destId="{55F4384B-F619-4B2A-9759-65B1449CCDF1}" srcOrd="0" destOrd="0" parTransId="{13FC77E5-0D77-4780-B579-8250589AF784}" sibTransId="{58A2DFD4-B265-42A5-9B97-C41EF8E2467F}"/>
    <dgm:cxn modelId="{7AAAC971-E558-49A9-861D-B804072EE363}" type="presOf" srcId="{55F4384B-F619-4B2A-9759-65B1449CCDF1}" destId="{F537304E-AFDE-4813-84F7-B6CEF716F078}" srcOrd="0" destOrd="0" presId="urn:microsoft.com/office/officeart/2024/3/layout/verticalVisualTextBlock1"/>
    <dgm:cxn modelId="{55767874-FFAC-4867-A5B2-EC13CE2AD71C}" srcId="{C2B4F48E-1AA7-4182-A195-05F58ED791D6}" destId="{37F0C9CA-FA04-4032-919A-B99BAE1E306F}" srcOrd="0" destOrd="0" parTransId="{AB89EE61-7C77-4A5F-9BAC-AF031D14A7D4}" sibTransId="{006ECF23-8791-48F2-9AF4-78B26E06DA06}"/>
    <dgm:cxn modelId="{0032388C-E373-423F-97FC-8720D7ABA992}" srcId="{37A3BA5A-EB6E-4489-B8D2-405C183F3BCA}" destId="{C2B4F48E-1AA7-4182-A195-05F58ED791D6}" srcOrd="0" destOrd="0" parTransId="{09CCDA7D-41AC-4B6A-9CA0-01956000A094}" sibTransId="{78DA72F3-1DDE-43A9-A2EE-B3D1730E8F58}"/>
    <dgm:cxn modelId="{EF9D0594-88AB-44D8-9147-FA1CCB9A177D}" srcId="{37A3BA5A-EB6E-4489-B8D2-405C183F3BCA}" destId="{7DB35150-3667-4C92-A26C-216933FA8193}" srcOrd="1" destOrd="0" parTransId="{C075A017-4E98-49E3-A255-C9B2FDC8D42D}" sibTransId="{155C7843-36A3-4ECA-AE69-36FB908E4802}"/>
    <dgm:cxn modelId="{EF8A2EC1-925D-476C-A0AA-29C71D0B1038}" type="presOf" srcId="{78DA72F3-1DDE-43A9-A2EE-B3D1730E8F58}" destId="{C22F08BE-E994-423F-8D65-037351358A55}" srcOrd="0" destOrd="0" presId="urn:microsoft.com/office/officeart/2024/3/layout/verticalVisualTextBlock1"/>
    <dgm:cxn modelId="{C629F4CB-0941-4910-A6F6-A45A04EB4147}" srcId="{7DB35150-3667-4C92-A26C-216933FA8193}" destId="{E1F961A0-55CA-4A33-886A-158D4FCDF692}" srcOrd="0" destOrd="0" parTransId="{5025543B-5515-490F-A24B-E2A8D264F814}" sibTransId="{5B3AE3D6-128F-4D1D-AD0A-06ECE166C1EF}"/>
    <dgm:cxn modelId="{011477F6-7628-4EF0-98D9-2F64E54C9E96}" type="presOf" srcId="{37A3BA5A-EB6E-4489-B8D2-405C183F3BCA}" destId="{724E76FE-3A5A-4F20-AE78-43CCEE9B076C}" srcOrd="0" destOrd="0" presId="urn:microsoft.com/office/officeart/2024/3/layout/verticalVisualTextBlock1"/>
    <dgm:cxn modelId="{102945FE-A5ED-4EE4-B740-E3A2972D794E}" srcId="{37A3BA5A-EB6E-4489-B8D2-405C183F3BCA}" destId="{127DA949-EA91-42AA-9E07-1AEFF8729EA9}" srcOrd="2" destOrd="0" parTransId="{A34F4BE5-C3D5-4986-BDED-E3DCAE15BE93}" sibTransId="{3B8EB46A-FC9D-4B40-A110-0EEDA422B57B}"/>
    <dgm:cxn modelId="{BAF2267D-5341-4142-A0EA-EDF8A029187F}" type="presParOf" srcId="{724E76FE-3A5A-4F20-AE78-43CCEE9B076C}" destId="{96CB74EE-50BA-4BD9-942F-ACF226441D01}" srcOrd="0" destOrd="0" presId="urn:microsoft.com/office/officeart/2024/3/layout/verticalVisualTextBlock1"/>
    <dgm:cxn modelId="{00E469CA-67DD-43E7-B059-A0D0CD324924}" type="presParOf" srcId="{96CB74EE-50BA-4BD9-942F-ACF226441D01}" destId="{4F881C86-B6EA-40D1-95F1-A3CDE8431043}" srcOrd="0" destOrd="0" presId="urn:microsoft.com/office/officeart/2024/3/layout/verticalVisualTextBlock1"/>
    <dgm:cxn modelId="{E522101A-6D5F-46A8-8A0A-7381C960DB93}" type="presParOf" srcId="{96CB74EE-50BA-4BD9-942F-ACF226441D01}" destId="{D9E08935-CEB2-497C-B341-ADD8C02DE176}" srcOrd="1" destOrd="0" presId="urn:microsoft.com/office/officeart/2024/3/layout/verticalVisualTextBlock1"/>
    <dgm:cxn modelId="{65951415-19A8-458B-AEB9-FCBBB4EBFA25}" type="presParOf" srcId="{96CB74EE-50BA-4BD9-942F-ACF226441D01}" destId="{2A3FC768-CCD3-41D7-962A-BE61C3074319}" srcOrd="2" destOrd="0" presId="urn:microsoft.com/office/officeart/2024/3/layout/verticalVisualTextBlock1"/>
    <dgm:cxn modelId="{200C7932-6D24-4ED5-AE36-CAA70435D601}" type="presParOf" srcId="{724E76FE-3A5A-4F20-AE78-43CCEE9B076C}" destId="{C22F08BE-E994-423F-8D65-037351358A55}" srcOrd="1" destOrd="0" presId="urn:microsoft.com/office/officeart/2024/3/layout/verticalVisualTextBlock1"/>
    <dgm:cxn modelId="{4F65178C-55EE-422D-A5FD-E5BDF53EE875}" type="presParOf" srcId="{724E76FE-3A5A-4F20-AE78-43CCEE9B076C}" destId="{A8E5FD7A-74A6-4D1E-8B68-C30BAEE979F5}" srcOrd="2" destOrd="0" presId="urn:microsoft.com/office/officeart/2024/3/layout/verticalVisualTextBlock1"/>
    <dgm:cxn modelId="{905A8DDF-5981-47E9-B21A-2547E1E949A8}" type="presParOf" srcId="{A8E5FD7A-74A6-4D1E-8B68-C30BAEE979F5}" destId="{4C55D30C-C7D7-4708-83BC-32DB95CF24EA}" srcOrd="0" destOrd="0" presId="urn:microsoft.com/office/officeart/2024/3/layout/verticalVisualTextBlock1"/>
    <dgm:cxn modelId="{C3D8BCAD-264B-4894-A1BC-F83C9E1F3235}" type="presParOf" srcId="{A8E5FD7A-74A6-4D1E-8B68-C30BAEE979F5}" destId="{1B67DFDE-B838-4ECD-B53E-DEFB2976F018}" srcOrd="1" destOrd="0" presId="urn:microsoft.com/office/officeart/2024/3/layout/verticalVisualTextBlock1"/>
    <dgm:cxn modelId="{94062BC1-01A1-40D6-9B5D-E57A31C44C7F}" type="presParOf" srcId="{A8E5FD7A-74A6-4D1E-8B68-C30BAEE979F5}" destId="{1931DE57-46CC-4766-93C8-CD9765E5D686}" srcOrd="2" destOrd="0" presId="urn:microsoft.com/office/officeart/2024/3/layout/verticalVisualTextBlock1"/>
    <dgm:cxn modelId="{1212B23E-9E4B-4E2A-909F-F931F38EABE0}" type="presParOf" srcId="{724E76FE-3A5A-4F20-AE78-43CCEE9B076C}" destId="{979F573E-BA29-438A-846F-C3F41E94A8B8}" srcOrd="3" destOrd="0" presId="urn:microsoft.com/office/officeart/2024/3/layout/verticalVisualTextBlock1"/>
    <dgm:cxn modelId="{5E8139FC-45C1-4060-9B30-8AD6E6BE8D4A}" type="presParOf" srcId="{724E76FE-3A5A-4F20-AE78-43CCEE9B076C}" destId="{E9F9C5A2-AA10-45C9-95A2-9214E8E7AE25}" srcOrd="4" destOrd="0" presId="urn:microsoft.com/office/officeart/2024/3/layout/verticalVisualTextBlock1"/>
    <dgm:cxn modelId="{2A208193-0DE7-438B-8C8A-468BA24CDFF4}" type="presParOf" srcId="{E9F9C5A2-AA10-45C9-95A2-9214E8E7AE25}" destId="{396CF94D-69A7-4E13-B958-9E8A47394DFB}" srcOrd="0" destOrd="0" presId="urn:microsoft.com/office/officeart/2024/3/layout/verticalVisualTextBlock1"/>
    <dgm:cxn modelId="{2E677C80-F6F9-4848-A861-E8B01AB32AB5}" type="presParOf" srcId="{E9F9C5A2-AA10-45C9-95A2-9214E8E7AE25}" destId="{71DDF7DB-56A8-4684-90C5-FAB8912BB7D4}" srcOrd="1" destOrd="0" presId="urn:microsoft.com/office/officeart/2024/3/layout/verticalVisualTextBlock1"/>
    <dgm:cxn modelId="{943C3F7A-0DC1-471C-A57F-E6702104EDAE}" type="presParOf" srcId="{E9F9C5A2-AA10-45C9-95A2-9214E8E7AE25}" destId="{F537304E-AFDE-4813-84F7-B6CEF716F078}"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_A0D_8F87201A.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881C86-B6EA-40D1-95F1-A3CDE8431043}">
      <dsp:nvSpPr>
        <dsp:cNvPr id="0" name=""/>
        <dsp:cNvSpPr/>
      </dsp:nvSpPr>
      <dsp:spPr>
        <a:xfrm>
          <a:off x="0" y="0"/>
          <a:ext cx="1558300" cy="1558300"/>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9534" r="23712" b="-6"/>
          <a:stretch/>
        </a:blipFill>
        <a:ln>
          <a:noFill/>
        </a:ln>
        <a:effectLst/>
      </dsp:spPr>
      <dsp:style>
        <a:lnRef idx="0">
          <a:scrgbClr r="0" g="0" b="0"/>
        </a:lnRef>
        <a:fillRef idx="3">
          <a:scrgbClr r="0" g="0" b="0"/>
        </a:fillRef>
        <a:effectRef idx="2">
          <a:scrgbClr r="0" g="0" b="0"/>
        </a:effectRef>
        <a:fontRef idx="minor">
          <a:schemeClr val="lt1"/>
        </a:fontRef>
      </dsp:style>
    </dsp:sp>
    <dsp:sp modelId="{D9E08935-CEB2-497C-B341-ADD8C02DE176}">
      <dsp:nvSpPr>
        <dsp:cNvPr id="0" name=""/>
        <dsp:cNvSpPr/>
      </dsp:nvSpPr>
      <dsp:spPr>
        <a:xfrm>
          <a:off x="1738300" y="0"/>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Invitation for Partnerships</a:t>
          </a:r>
        </a:p>
      </dsp:txBody>
      <dsp:txXfrm>
        <a:off x="1738300" y="0"/>
        <a:ext cx="9042475" cy="372152"/>
      </dsp:txXfrm>
    </dsp:sp>
    <dsp:sp modelId="{2A3FC768-CCD3-41D7-962A-BE61C3074319}">
      <dsp:nvSpPr>
        <dsp:cNvPr id="0" name=""/>
        <dsp:cNvSpPr/>
      </dsp:nvSpPr>
      <dsp:spPr>
        <a:xfrm>
          <a:off x="1738300" y="372152"/>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Titans Club welcomes forward-thinking brands to build impactful partnerships at Galala University.</a:t>
          </a:r>
        </a:p>
      </dsp:txBody>
      <dsp:txXfrm>
        <a:off x="1738300" y="372152"/>
        <a:ext cx="9042475" cy="1186148"/>
      </dsp:txXfrm>
    </dsp:sp>
    <dsp:sp modelId="{4C55D30C-C7D7-4708-83BC-32DB95CF24EA}">
      <dsp:nvSpPr>
        <dsp:cNvPr id="0" name=""/>
        <dsp:cNvSpPr/>
      </dsp:nvSpPr>
      <dsp:spPr>
        <a:xfrm>
          <a:off x="0" y="1682964"/>
          <a:ext cx="1558300" cy="1558300"/>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6024" r="7727" b="3"/>
          <a:stretch/>
        </a:blipFill>
        <a:ln>
          <a:noFill/>
        </a:ln>
        <a:effectLst/>
      </dsp:spPr>
      <dsp:style>
        <a:lnRef idx="0">
          <a:scrgbClr r="0" g="0" b="0"/>
        </a:lnRef>
        <a:fillRef idx="3">
          <a:scrgbClr r="0" g="0" b="0"/>
        </a:fillRef>
        <a:effectRef idx="2">
          <a:scrgbClr r="0" g="0" b="0"/>
        </a:effectRef>
        <a:fontRef idx="minor">
          <a:schemeClr val="lt1"/>
        </a:fontRef>
      </dsp:style>
    </dsp:sp>
    <dsp:sp modelId="{1B67DFDE-B838-4ECD-B53E-DEFB2976F018}">
      <dsp:nvSpPr>
        <dsp:cNvPr id="0" name=""/>
        <dsp:cNvSpPr/>
      </dsp:nvSpPr>
      <dsp:spPr>
        <a:xfrm>
          <a:off x="1738300" y="1682964"/>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Contact Information</a:t>
          </a:r>
        </a:p>
      </dsp:txBody>
      <dsp:txXfrm>
        <a:off x="1738300" y="1682964"/>
        <a:ext cx="9042475" cy="372152"/>
      </dsp:txXfrm>
    </dsp:sp>
    <dsp:sp modelId="{1931DE57-46CC-4766-93C8-CD9765E5D686}">
      <dsp:nvSpPr>
        <dsp:cNvPr id="0" name=""/>
        <dsp:cNvSpPr/>
      </dsp:nvSpPr>
      <dsp:spPr>
        <a:xfrm>
          <a:off x="1738300" y="2055117"/>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Reach The Titans Club via email, website, and social media for inquiries and sponsorship discussions.</a:t>
          </a:r>
        </a:p>
      </dsp:txBody>
      <dsp:txXfrm>
        <a:off x="1738300" y="2055117"/>
        <a:ext cx="9042475" cy="1186148"/>
      </dsp:txXfrm>
    </dsp:sp>
    <dsp:sp modelId="{396CF94D-69A7-4E13-B958-9E8A47394DFB}">
      <dsp:nvSpPr>
        <dsp:cNvPr id="0" name=""/>
        <dsp:cNvSpPr/>
      </dsp:nvSpPr>
      <dsp:spPr>
        <a:xfrm>
          <a:off x="0" y="3365929"/>
          <a:ext cx="1558300" cy="1558300"/>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626" r="30871" b="-5"/>
          <a:stretch/>
        </a:blipFill>
        <a:ln>
          <a:noFill/>
        </a:ln>
        <a:effectLst/>
      </dsp:spPr>
      <dsp:style>
        <a:lnRef idx="0">
          <a:scrgbClr r="0" g="0" b="0"/>
        </a:lnRef>
        <a:fillRef idx="3">
          <a:scrgbClr r="0" g="0" b="0"/>
        </a:fillRef>
        <a:effectRef idx="2">
          <a:scrgbClr r="0" g="0" b="0"/>
        </a:effectRef>
        <a:fontRef idx="minor">
          <a:schemeClr val="lt1"/>
        </a:fontRef>
      </dsp:style>
    </dsp:sp>
    <dsp:sp modelId="{71DDF7DB-56A8-4684-90C5-FAB8912BB7D4}">
      <dsp:nvSpPr>
        <dsp:cNvPr id="0" name=""/>
        <dsp:cNvSpPr/>
      </dsp:nvSpPr>
      <dsp:spPr>
        <a:xfrm>
          <a:off x="1738300" y="3365929"/>
          <a:ext cx="9042475" cy="3721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Closing Message</a:t>
          </a:r>
        </a:p>
      </dsp:txBody>
      <dsp:txXfrm>
        <a:off x="1738300" y="3365929"/>
        <a:ext cx="9042475" cy="372152"/>
      </dsp:txXfrm>
    </dsp:sp>
    <dsp:sp modelId="{F537304E-AFDE-4813-84F7-B6CEF716F078}">
      <dsp:nvSpPr>
        <dsp:cNvPr id="0" name=""/>
        <dsp:cNvSpPr/>
      </dsp:nvSpPr>
      <dsp:spPr>
        <a:xfrm>
          <a:off x="1738300" y="3738082"/>
          <a:ext cx="9042475" cy="1186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LET’S BUILD SOMETHING GREAT TOGETHER: A strategic alliance with future leaders and innovators.</a:t>
          </a:r>
        </a:p>
      </dsp:txBody>
      <dsp:txXfrm>
        <a:off x="1738300" y="3738082"/>
        <a:ext cx="9042475" cy="1186148"/>
      </dsp:txXfrm>
    </dsp:sp>
  </dsp:spTree>
</dsp:drawing>
</file>

<file path=ppt/diagrams/layout_A0D_8F87201A.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_A0D_8F87201A.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_0_8BC9AC18.xml.rels><?xml version="1.0" encoding="UTF-8" standalone="yes"?>
<Relationships xmlns="http://schemas.openxmlformats.org/package/2006/relationships"><Relationship Id="rId1" Type="http://schemas.openxmlformats.org/officeDocument/2006/relationships/theme" Target="../theme/theme_0_8BC9AC18.xml"/></Relationships>
</file>

<file path=ppt/notesMasters/notesMaster_0_8BC9AC18.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500BF-5F7F-480C-9811-006002DBCB8D}"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E3043-8148-4B39-9185-5AD877B0939A}" type="slidenum">
              <a:t/>
            </a:fld>
            <a:endParaRPr lang="en-US"/>
          </a:p>
        </p:txBody>
      </p:sp>
    </p:spTree>
    <p:extLst>
      <p:ext uri="{BB962C8B-B14F-4D97-AF65-F5344CB8AC3E}">
        <p14:creationId xmlns:p14="http://schemas.microsoft.com/office/powerpoint/2010/main" val="2345249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1E12B54.xml.rels><?xml version="1.0" encoding="UTF-8" standalone="yes"?>
<Relationships xmlns="http://schemas.openxmlformats.org/package/2006/relationships"><Relationship Id="rId2" Type="http://schemas.openxmlformats.org/officeDocument/2006/relationships/slide" Target="../slides/slide_A0A_1E12B54.xml"/><Relationship Id="rId1" Type="http://schemas.openxmlformats.org/officeDocument/2006/relationships/notesMaster" Target="../notesMasters/notesMaster_0_8BC9AC18.xml"/></Relationships>
</file>

<file path=ppt/notesSlides/_rels/notesSlide_A0B_E1C2C7A2.xml.rels><?xml version="1.0" encoding="UTF-8" standalone="yes"?>
<Relationships xmlns="http://schemas.openxmlformats.org/package/2006/relationships"><Relationship Id="rId2" Type="http://schemas.openxmlformats.org/officeDocument/2006/relationships/slide" Target="../slides/slide_A0B_E1C2C7A2.xml"/><Relationship Id="rId1" Type="http://schemas.openxmlformats.org/officeDocument/2006/relationships/notesMaster" Target="../notesMasters/notesMaster_0_8BC9AC18.xml"/></Relationships>
</file>

<file path=ppt/notesSlides/_rels/notesSlide_A0C_D4503868.xml.rels><?xml version="1.0" encoding="UTF-8" standalone="yes"?>
<Relationships xmlns="http://schemas.openxmlformats.org/package/2006/relationships"><Relationship Id="rId2" Type="http://schemas.openxmlformats.org/officeDocument/2006/relationships/slide" Target="../slides/slide_A0C_D4503868.xml"/><Relationship Id="rId1" Type="http://schemas.openxmlformats.org/officeDocument/2006/relationships/notesMaster" Target="../notesMasters/notesMaster_0_8BC9AC18.xml"/></Relationships>
</file>

<file path=ppt/notesSlides/_rels/notesSlide_A0D_8F87201A.xml.rels><?xml version="1.0" encoding="UTF-8" standalone="yes"?>
<Relationships xmlns="http://schemas.openxmlformats.org/package/2006/relationships"><Relationship Id="rId2" Type="http://schemas.openxmlformats.org/officeDocument/2006/relationships/slide" Target="../slides/slide_A0D_8F87201A.xml"/><Relationship Id="rId1" Type="http://schemas.openxmlformats.org/officeDocument/2006/relationships/notesMaster" Target="../notesMasters/notesMaster_0_8BC9AC18.xml"/></Relationships>
</file>

<file path=ppt/notesSlides/_rels/notesSlide_A01_19DD61F8.xml.rels><?xml version="1.0" encoding="UTF-8" standalone="yes"?>
<Relationships xmlns="http://schemas.openxmlformats.org/package/2006/relationships"><Relationship Id="rId2" Type="http://schemas.openxmlformats.org/officeDocument/2006/relationships/slide" Target="../slides/slide_A01_19DD61F8.xml"/><Relationship Id="rId1" Type="http://schemas.openxmlformats.org/officeDocument/2006/relationships/notesMaster" Target="../notesMasters/notesMaster_0_8BC9AC18.xml"/></Relationships>
</file>

<file path=ppt/notesSlides/_rels/notesSlide_A02_76FF1360.xml.rels><?xml version="1.0" encoding="UTF-8" standalone="yes"?>
<Relationships xmlns="http://schemas.openxmlformats.org/package/2006/relationships"><Relationship Id="rId2" Type="http://schemas.openxmlformats.org/officeDocument/2006/relationships/slide" Target="../slides/slide_A02_76FF1360.xml"/><Relationship Id="rId1" Type="http://schemas.openxmlformats.org/officeDocument/2006/relationships/notesMaster" Target="../notesMasters/notesMaster_0_8BC9AC18.xml"/></Relationships>
</file>

<file path=ppt/notesSlides/_rels/notesSlide_A03_D092AC4.xml.rels><?xml version="1.0" encoding="UTF-8" standalone="yes"?>
<Relationships xmlns="http://schemas.openxmlformats.org/package/2006/relationships"><Relationship Id="rId2" Type="http://schemas.openxmlformats.org/officeDocument/2006/relationships/slide" Target="../slides/slide_A03_D092AC4.xml"/><Relationship Id="rId1" Type="http://schemas.openxmlformats.org/officeDocument/2006/relationships/notesMaster" Target="../notesMasters/notesMaster_0_8BC9AC18.xml"/></Relationships>
</file>

<file path=ppt/notesSlides/_rels/notesSlide_A04_AC964DAE.xml.rels><?xml version="1.0" encoding="UTF-8" standalone="yes"?>
<Relationships xmlns="http://schemas.openxmlformats.org/package/2006/relationships"><Relationship Id="rId2" Type="http://schemas.openxmlformats.org/officeDocument/2006/relationships/slide" Target="../slides/slide_A04_AC964DAE.xml"/><Relationship Id="rId1" Type="http://schemas.openxmlformats.org/officeDocument/2006/relationships/notesMaster" Target="../notesMasters/notesMaster_0_8BC9AC18.xml"/></Relationships>
</file>

<file path=ppt/notesSlides/_rels/notesSlide_A05_682EBB92.xml.rels><?xml version="1.0" encoding="UTF-8" standalone="yes"?>
<Relationships xmlns="http://schemas.openxmlformats.org/package/2006/relationships"><Relationship Id="rId2" Type="http://schemas.openxmlformats.org/officeDocument/2006/relationships/slide" Target="../slides/slide_A05_682EBB92.xml"/><Relationship Id="rId1" Type="http://schemas.openxmlformats.org/officeDocument/2006/relationships/notesMaster" Target="../notesMasters/notesMaster_0_8BC9AC18.xml"/></Relationships>
</file>

<file path=ppt/notesSlides/_rels/notesSlide_A06_CB6A581E.xml.rels><?xml version="1.0" encoding="UTF-8" standalone="yes"?>
<Relationships xmlns="http://schemas.openxmlformats.org/package/2006/relationships"><Relationship Id="rId2" Type="http://schemas.openxmlformats.org/officeDocument/2006/relationships/slide" Target="../slides/slide_A06_CB6A581E.xml"/><Relationship Id="rId1" Type="http://schemas.openxmlformats.org/officeDocument/2006/relationships/notesMaster" Target="../notesMasters/notesMaster_0_8BC9AC18.xml"/></Relationships>
</file>

<file path=ppt/notesSlides/_rels/notesSlide_A07_98B93E77.xml.rels><?xml version="1.0" encoding="UTF-8" standalone="yes"?>
<Relationships xmlns="http://schemas.openxmlformats.org/package/2006/relationships"><Relationship Id="rId2" Type="http://schemas.openxmlformats.org/officeDocument/2006/relationships/slide" Target="../slides/slide_A07_98B93E77.xml"/><Relationship Id="rId1" Type="http://schemas.openxmlformats.org/officeDocument/2006/relationships/notesMaster" Target="../notesMasters/notesMaster_0_8BC9AC18.xml"/></Relationships>
</file>

<file path=ppt/notesSlides/_rels/notesSlide_A08_9A580192.xml.rels><?xml version="1.0" encoding="UTF-8" standalone="yes"?>
<Relationships xmlns="http://schemas.openxmlformats.org/package/2006/relationships"><Relationship Id="rId2" Type="http://schemas.openxmlformats.org/officeDocument/2006/relationships/slide" Target="../slides/slide_A08_9A580192.xml"/><Relationship Id="rId1" Type="http://schemas.openxmlformats.org/officeDocument/2006/relationships/notesMaster" Target="../notesMasters/notesMaster_0_8BC9AC18.xml"/></Relationships>
</file>

<file path=ppt/notesSlides/_rels/notesSlide_A09_31865066.xml.rels><?xml version="1.0" encoding="UTF-8" standalone="yes"?>
<Relationships xmlns="http://schemas.openxmlformats.org/package/2006/relationships"><Relationship Id="rId2" Type="http://schemas.openxmlformats.org/officeDocument/2006/relationships/slide" Target="../slides/slide_A09_31865066.xml"/><Relationship Id="rId1" Type="http://schemas.openxmlformats.org/officeDocument/2006/relationships/notesMaster" Target="../notesMasters/notesMaster_0_8BC9AC18.xml"/></Relationships>
</file>

<file path=ppt/notesSlides/notesSlide_A0A_1E12B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Sponsoring The Titans Club delivers a comprehensive suite of premium benefits designed to maximize brand impact and strategic value. These benefits include campus-wide brand exposure, targeted social media promotion, high-quality content collaboration, event activations, product placement, and direct student engagement. Sponsors also gain access to recruitment opportunities, allowing them to identify and connect with top student talent in a natural, relationship-driven environment. The emphasis is on long-term brand awareness and premium positioning rather than short-term advertising. Every sponsor interaction is designed to reflect professionalism, exclusivity, and alignment with excellence. Through consistent visibility and meaningful engagement, sponsors become part of the student experience rather than external advertisers. This approach enhances brand perception, increases loyalty, and positions sponsors as partners in education and development. The Titans Club ensures that sponsor value is delivered with precision, creativity, and respect for brand integrity.</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509420261"/>
      </p:ext>
    </p:extLst>
  </p:cSld>
  <p:clrMapOvr>
    <a:masterClrMapping/>
  </p:clrMapOvr>
</p:notes>
</file>

<file path=ppt/notesSlides/notesSlide_A0B_E1C2C7A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Sponsorship Packages Overview, Contact and Closing Statement</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1172722849"/>
      </p:ext>
    </p:extLst>
  </p:cSld>
  <p:clrMapOvr>
    <a:masterClrMapping/>
  </p:clrMapOvr>
</p:notes>
</file>

<file path=ppt/notesSlides/notesSlide_A0C_D45038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Titans Club offers a structured range of sponsorship packages designed to accommodate different strategic objectives and investment levels. These packages scale in visibility, exclusivity, and integration, ensuring that each sponsor receives value aligned with their commitment. From Bronze to Title Sponsor, each level unlocks additional benefits, broader exposure, and deeper collaboration opportunities. This tiered approach allows brands to enter the ecosystem at a comfortable level while providing clear pathways for expansion. All packages are designed with flexibility, allowing for customization based on campaign goals, target audience, and brand identity. The focus remains on delivering measurable impact, premium presentation, and consistent execution. By offering transparent and scalable partnership options, The Titans Club ensures clarity, professionalism, and mutual value for all sponsors.</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2872440522"/>
      </p:ext>
    </p:extLst>
  </p:cSld>
  <p:clrMapOvr>
    <a:masterClrMapping/>
  </p:clrMapOvr>
</p:notes>
</file>

<file path=ppt/notesSlides/notesSlide_A0D_8F87201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Titans Club invites forward-thinking brands and organizations to join us in building something truly impactful at Galala University. Partnerships are approached with professionalism, creativity, and a commitment to excellence, ensuring mutual growth and long-term value. For inquiries, collaborations, and sponsorship discussions, The Titans Club can be reached through the official contact channels. Email communication is available via Titansgu@gmail.com, while additional information can be found on the official website at Titansgu.club. Ongoing updates, content, and engagement are shared through Instagram at @titans.gu. The closing message is simple yet powerful: LET’S BUILD SOMETHING GREAT TOGETHER. This is more than a sponsorship; it is a strategic alliance with the next generation of leaders and innovators.</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231666906"/>
      </p:ext>
    </p:extLst>
  </p:cSld>
  <p:clrMapOvr>
    <a:masterClrMapping/>
  </p:clrMapOvr>
</p:notes>
</file>

<file path=ppt/notesSlides/notesSlide_A01_19DD61F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1516054384"/>
      </p:ext>
    </p:extLst>
  </p:cSld>
  <p:clrMapOvr>
    <a:masterClrMapping/>
  </p:clrMapOvr>
</p:notes>
</file>

<file path=ppt/notesSlides/notesSlide_A02_76FF1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Titans Club Brand Identity, Vision and Purpose</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395339002"/>
      </p:ext>
    </p:extLst>
  </p:cSld>
  <p:clrMapOvr>
    <a:masterClrMapping/>
  </p:clrMapOvr>
</p:notes>
</file>

<file path=ppt/notesSlides/notesSlide_A03_D092AC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Titans Club at Galala University is positioned as a premium, high-impact student organization inspired by the enduring power, discipline, and excellence of the Roman Empire, combined with the refined standards of modern luxury brands. Our identity is built around strength, structure, and prestige, reflecting a club that does not merely participate in student life but actively elevates it. The name “Titans” symbolizes resilience, leadership, and ambition—values that resonate with high-performing students and forward-thinking corporate partners alike. Guided by our motto, FORTITUDO · DISCIPLINA · HONOR, the club embodies strength in execution, discipline in organization, and honor in representation, ensuring that every collaboration aligns with professional and ethical excellence. Visually and culturally, The Titans Club maintains a corporate-grade aesthetic that mirrors elite organizations rather than typical student activities. This deliberate positioning makes the club an ideal bridge between university life and the professional world. For sponsors, this identity translates into association with a brand that feels established, credible, and aspirational. The Titans Club is not designed to be loud or cluttered; instead, it is intentional, cinematic, and premium, focusing on quality over noise. This approach attracts high-caliber students, creates memorable experiences, and delivers sponsor exposure that feels exclusive rather than promotional. By aligning with The Titans Club, sponsors align themselves with a brand that students respect, trust, and aspire to join, reinforcing long-term brand perception rather than short-term visibility.</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916750269"/>
      </p:ext>
    </p:extLst>
  </p:cSld>
  <p:clrMapOvr>
    <a:masterClrMapping/>
  </p:clrMapOvr>
</p:notes>
</file>

<file path=ppt/notesSlides/notesSlide_A04_AC964DA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vision of The Titans Club is to redefine student engagement at Galala University by creating a platform that develops future leaders, creators, entrepreneurs, and professionals through real-world experiences. The club operates with a clear purpose: to transform student potential into professional readiness while building a powerful, connected campus community. Rather than functioning as a single-purpose organization, The Titans Club integrates leadership development, event management, media production, marketing, entertainment, and innovation into one cohesive ecosystem. This multidisciplinary structure allows members to gain hands-on experience across industries while delivering high-quality events and content. From a strategic perspective, the club exists to close the gap between academic education and practical execution. Students are trained to think, plan, create, and deliver at a professional level, preparing them to enter the workforce with confidence and competence. For sponsors, this vision means engagement with a group of students who are not only enthusiastic but also highly capable and growth-oriented. Every initiative is designed with scalability, consistency, and impact in mind, ensuring that sponsor collaborations feel intentional and valuable. The Titans Club’s purpose extends beyond events; it is about shaping mindsets, building networks, and creating long-term influence within the university. Sponsors become part of this journey, positioning their brands as contributors to student development and future success, not just advertisers.</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1152856122"/>
      </p:ext>
    </p:extLst>
  </p:cSld>
  <p:clrMapOvr>
    <a:masterClrMapping/>
  </p:clrMapOvr>
</p:notes>
</file>

<file path=ppt/notesSlides/notesSlide_A05_682EBB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Integrated Marketing and Media Power, Talent, Execution, and Rapid Growth</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1880451658"/>
      </p:ext>
    </p:extLst>
  </p:cSld>
  <p:clrMapOvr>
    <a:masterClrMapping/>
  </p:clrMapOvr>
</p:notes>
</file>

<file path=ppt/notesSlides/notesSlide_A06_CB6A581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One of the most powerful assets of The Titans Club is its fully integrated marketing and media ecosystem. The club operates with a dedicated marketing team capable of designing creative campaigns, executing brand integrations, and driving audience engagement across both physical events and digital platforms. Complementing this is a professional media team specializing in photography, videography, reels, social media content, and cinematic event coverage. This dual structure ensures that every sponsor activation is not only visible but also visually compelling and strategically positioned. Content is planned with intention, focusing on storytelling, trend alignment, and platform-specific optimization to maximize reach and engagement. The Titans Club consistently produces short-form, high-impact content designed for modern attention spans, driving organic growth and viral potential. Sponsors benefit from this capability through premium content collaboration, branded visuals, and sustained exposure long after events conclude. Unlike traditional sponsorships that rely on banners or logos alone, The Titans Club transforms sponsor partnerships into content narratives that students actively engage with. This approach increases brand recall, emotional connection, and credibility among the student audience. By combining marketing strategy with high-quality media execution, The Titans Club delivers sponsor value that extends beyond campus and into the digital ecosystem where students spend most of their time.</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1399754954"/>
      </p:ext>
    </p:extLst>
  </p:cSld>
  <p:clrMapOvr>
    <a:masterClrMapping/>
  </p:clrMapOvr>
</p:notes>
</file>

<file path=ppt/notesSlides/notesSlide_A07_98B93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Titans Club is powered by a diverse and highly skilled membership base that includes designers, developers, marketers, content creators, event organizers, and emerging leaders. This internal talent pool enables the club to execute complex initiatives with precision and professionalism. Strong execution is a defining characteristic of The Titans Club, reflected in structured management, clear roles, reliable delivery, and consistently high-quality experiences. Events are planned with attention to detail, timelines are respected, and sponsor commitments are treated with corporate-level seriousness. This operational discipline has directly contributed to the club’s rapid growth, both in community size and campus influence. As visibility increases, so does credibility, creating a positive cycle of engagement and expansion. For sponsors, this growth represents increasing returns on partnership investment, as brand exposure scales alongside the club’s influence. The Titans Club is not static; it is an evolving platform with momentum, ambition, and the infrastructure required to sustain long-term success. Sponsors align themselves with a rising organization that is actively shaping campus culture and setting new standards for student-led initiatives.</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3664259879"/>
      </p:ext>
    </p:extLst>
  </p:cSld>
  <p:clrMapOvr>
    <a:masterClrMapping/>
  </p:clrMapOvr>
</p:notes>
</file>

<file path=ppt/notesSlides/notesSlide_A08_9A580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Galala University Advantage</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3704406313"/>
      </p:ext>
    </p:extLst>
  </p:cSld>
  <p:clrMapOvr>
    <a:masterClrMapping/>
  </p:clrMapOvr>
</p:notes>
</file>

<file path=ppt/notesSlides/notesSlide_A09_318650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Year-Round Events Ecosystem, Premium Sponsor Benefits</a:t>
            </a:r>
          </a:p>
        </p:txBody>
      </p:sp>
      <p:sp>
        <p:nvSpPr>
          <p:cNvPr id="4" name="Slide Number Placeholder 3"/>
          <p:cNvSpPr>
            <a:spLocks noGrp="1"/>
          </p:cNvSpPr>
          <p:nvPr>
            <p:ph type="sldNum" sz="quarter" idx="5"/>
          </p:nvPr>
        </p:nvSpPr>
        <p:spPr/>
        <p:txBody>
          <a:bodyPr/>
          <a:lstStyle/>
          <a:p>
            <a:fld id="{2E3C8C06-87CD-49F4-A4CE-06C03DDFC6E0}" type="slidenum">
              <a:t/>
            </a:fld>
            <a:endParaRPr lang="en-US"/>
          </a:p>
        </p:txBody>
      </p:sp>
    </p:spTree>
    <p:extLst>
      <p:ext uri="{BB962C8B-B14F-4D97-AF65-F5344CB8AC3E}">
        <p14:creationId xmlns:p14="http://schemas.microsoft.com/office/powerpoint/2010/main" val="1047666769"/>
      </p:ext>
    </p:extLst>
  </p:cSld>
  <p:clrMapOvr>
    <a:masterClrMapping/>
  </p:clrMapOvr>
</p:notes>
</file>

<file path=ppt/slideLayouts/_rels/slideLayout_8000000A_5DE7C0F4.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0B_12502A4D.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A_83A67952.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B_BC225DE6.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C_7D945FD.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D_1F0508E7.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E_BEFD7DE0.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F_40BE5340.xml.rels><?xml version="1.0" encoding="UTF-8" standalone="yes"?>
<Relationships xmlns="http://schemas.openxmlformats.org/package/2006/relationships"><Relationship Id="rId2" Type="http://schemas.openxmlformats.org/officeDocument/2006/relationships/image" Target="../media/image_544F8FF4.jpeg"/><Relationship Id="rId1" Type="http://schemas.openxmlformats.org/officeDocument/2006/relationships/slideMaster" Target="../slideMasters/slideMaster_80000000_59E63655.xml"/></Relationships>
</file>

<file path=ppt/slideLayouts/_rels/slideLayout_8000002A_7D573216.xml.rels><?xml version="1.0" encoding="UTF-8" standalone="yes"?>
<Relationships xmlns="http://schemas.openxmlformats.org/package/2006/relationships"><Relationship Id="rId2" Type="http://schemas.openxmlformats.org/officeDocument/2006/relationships/image" Target="../media/image_5CD3AF7.jpeg"/><Relationship Id="rId1" Type="http://schemas.openxmlformats.org/officeDocument/2006/relationships/slideMaster" Target="../slideMasters/slideMaster_80000000_59E63655.xml"/></Relationships>
</file>

<file path=ppt/slideLayouts/_rels/slideLayout_8000002B_17CFC102.xml.rels><?xml version="1.0" encoding="UTF-8" standalone="yes"?>
<Relationships xmlns="http://schemas.openxmlformats.org/package/2006/relationships"><Relationship Id="rId2" Type="http://schemas.openxmlformats.org/officeDocument/2006/relationships/image" Target="../media/image_5CD3AF7.jpeg"/><Relationship Id="rId1" Type="http://schemas.openxmlformats.org/officeDocument/2006/relationships/slideMaster" Target="../slideMasters/slideMaster_80000000_59E63655.xml"/></Relationships>
</file>

<file path=ppt/slideLayouts/_rels/slideLayout_8000002C_5BD78342.xml.rels><?xml version="1.0" encoding="UTF-8" standalone="yes"?>
<Relationships xmlns="http://schemas.openxmlformats.org/package/2006/relationships"><Relationship Id="rId2" Type="http://schemas.openxmlformats.org/officeDocument/2006/relationships/image" Target="../media/image_5CD3AF7.jpeg"/><Relationship Id="rId1" Type="http://schemas.openxmlformats.org/officeDocument/2006/relationships/slideMaster" Target="../slideMasters/slideMaster_80000000_59E63655.xml"/></Relationships>
</file>

<file path=ppt/slideLayouts/_rels/slideLayout_8000002D_2714D80B.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59E63655.xml"/></Relationships>
</file>

<file path=ppt/slideLayouts/_rels/slideLayout_8000002E_1972CF2B.xml.rels><?xml version="1.0" encoding="UTF-8" standalone="yes"?>
<Relationships xmlns="http://schemas.openxmlformats.org/package/2006/relationships"><Relationship Id="rId2" Type="http://schemas.openxmlformats.org/officeDocument/2006/relationships/image" Target="../media/image_18F08195.jpeg"/><Relationship Id="rId1" Type="http://schemas.openxmlformats.org/officeDocument/2006/relationships/slideMaster" Target="../slideMasters/slideMaster_80000000_59E63655.xml"/></Relationships>
</file>

<file path=ppt/slideLayouts/_rels/slideLayout_8000002F_4CABA665.xml.rels><?xml version="1.0" encoding="UTF-8" standalone="yes"?>
<Relationships xmlns="http://schemas.openxmlformats.org/package/2006/relationships"><Relationship Id="rId2" Type="http://schemas.openxmlformats.org/officeDocument/2006/relationships/image" Target="../media/image_18F08195.jpeg"/><Relationship Id="rId1" Type="http://schemas.openxmlformats.org/officeDocument/2006/relationships/slideMaster" Target="../slideMasters/slideMaster_80000000_59E63655.xml"/></Relationships>
</file>

<file path=ppt/slideLayouts/_rels/slideLayout_8000003A_EEC1D9BC.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B_EE2AD967.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C_C9C5C832.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D_D0D982FA.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E_AC4368C5.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F_5E34E67D.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01_2D02C8FD.xml.rels><?xml version="1.0" encoding="UTF-8" standalone="yes"?>
<Relationships xmlns="http://schemas.openxmlformats.org/package/2006/relationships"><Relationship Id="rId2" Type="http://schemas.openxmlformats.org/officeDocument/2006/relationships/image" Target="../media/image_AE0091C3.jpeg"/><Relationship Id="rId1" Type="http://schemas.openxmlformats.org/officeDocument/2006/relationships/slideMaster" Target="../slideMasters/slideMaster_80000000_59E63655.xml"/></Relationships>
</file>

<file path=ppt/slideLayouts/_rels/slideLayout_80000002_BC86188.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03_4C1E6931.xml.rels><?xml version="1.0" encoding="UTF-8" standalone="yes"?>
<Relationships xmlns="http://schemas.openxmlformats.org/package/2006/relationships"><Relationship Id="rId2" Type="http://schemas.openxmlformats.org/officeDocument/2006/relationships/image" Target="../media/image_38A47F52.jpeg"/><Relationship Id="rId1" Type="http://schemas.openxmlformats.org/officeDocument/2006/relationships/slideMaster" Target="../slideMasters/slideMaster_80000000_59E63655.xml"/></Relationships>
</file>

<file path=ppt/slideLayouts/_rels/slideLayout_80000004_6E3A6DE3.xml.rels><?xml version="1.0" encoding="UTF-8" standalone="yes"?>
<Relationships xmlns="http://schemas.openxmlformats.org/package/2006/relationships"><Relationship Id="rId2" Type="http://schemas.openxmlformats.org/officeDocument/2006/relationships/image" Target="../media/image_18F08195.jpeg"/><Relationship Id="rId1" Type="http://schemas.openxmlformats.org/officeDocument/2006/relationships/slideMaster" Target="../slideMasters/slideMaster_80000000_59E63655.xml"/></Relationships>
</file>

<file path=ppt/slideLayouts/_rels/slideLayout_80000005_3DF142ED.xml.rels><?xml version="1.0" encoding="UTF-8" standalone="yes"?>
<Relationships xmlns="http://schemas.openxmlformats.org/package/2006/relationships"><Relationship Id="rId2" Type="http://schemas.openxmlformats.org/officeDocument/2006/relationships/image" Target="../media/image_AE0091C3.jpeg"/><Relationship Id="rId1" Type="http://schemas.openxmlformats.org/officeDocument/2006/relationships/slideMaster" Target="../slideMasters/slideMaster_80000000_59E63655.xml"/></Relationships>
</file>

<file path=ppt/slideLayouts/_rels/slideLayout_80000006_31107960.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07_64894274.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08_8F0CCE55.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09_9A284A8D.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8_2D8A9D18.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19_EED6C8D3.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59E63655.xml"/></Relationships>
</file>

<file path=ppt/slideLayouts/_rels/slideLayout_80000020_3BA5D3F7.xml.rels><?xml version="1.0" encoding="UTF-8" standalone="yes"?>
<Relationships xmlns="http://schemas.openxmlformats.org/package/2006/relationships"><Relationship Id="rId2" Type="http://schemas.openxmlformats.org/officeDocument/2006/relationships/image" Target="../media/image_544F8FF4.jpeg"/><Relationship Id="rId1" Type="http://schemas.openxmlformats.org/officeDocument/2006/relationships/slideMaster" Target="../slideMasters/slideMaster_80000000_59E63655.xml"/></Relationships>
</file>

<file path=ppt/slideLayouts/_rels/slideLayout_80000021_38E06CA.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59E63655.xml"/></Relationships>
</file>

<file path=ppt/slideLayouts/_rels/slideLayout_80000022_41714D02.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59E63655.xml"/></Relationships>
</file>

<file path=ppt/slideLayouts/_rels/slideLayout_80000023_9A0ED0D9.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59E63655.xml"/></Relationships>
</file>

<file path=ppt/slideLayouts/_rels/slideLayout_80000024_EC46B38E.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59E63655.xml"/></Relationships>
</file>

<file path=ppt/slideLayouts/_rels/slideLayout_80000025_B5E8AC0E.xml.rels><?xml version="1.0" encoding="UTF-8" standalone="yes"?>
<Relationships xmlns="http://schemas.openxmlformats.org/package/2006/relationships"><Relationship Id="rId2" Type="http://schemas.openxmlformats.org/officeDocument/2006/relationships/image" Target="../media/image_59DF94DF.jpeg"/><Relationship Id="rId1" Type="http://schemas.openxmlformats.org/officeDocument/2006/relationships/slideMaster" Target="../slideMasters/slideMaster_80000000_59E63655.xml"/></Relationships>
</file>

<file path=ppt/slideLayouts/_rels/slideLayout_80000026_C2CE182F.xml.rels><?xml version="1.0" encoding="UTF-8" standalone="yes"?>
<Relationships xmlns="http://schemas.openxmlformats.org/package/2006/relationships"><Relationship Id="rId2" Type="http://schemas.openxmlformats.org/officeDocument/2006/relationships/image" Target="../media/image_59DF94DF.jpeg"/><Relationship Id="rId1" Type="http://schemas.openxmlformats.org/officeDocument/2006/relationships/slideMaster" Target="../slideMasters/slideMaster_80000000_59E63655.xml"/></Relationships>
</file>

<file path=ppt/slideLayouts/_rels/slideLayout_80000027_41CCFE86.xml.rels><?xml version="1.0" encoding="UTF-8" standalone="yes"?>
<Relationships xmlns="http://schemas.openxmlformats.org/package/2006/relationships"><Relationship Id="rId2" Type="http://schemas.openxmlformats.org/officeDocument/2006/relationships/image" Target="../media/image_59DF94DF.jpeg"/><Relationship Id="rId1" Type="http://schemas.openxmlformats.org/officeDocument/2006/relationships/slideMaster" Target="../slideMasters/slideMaster_80000000_59E63655.xml"/></Relationships>
</file>

<file path=ppt/slideLayouts/_rels/slideLayout_80000028_D8347774.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59E63655.xml"/></Relationships>
</file>

<file path=ppt/slideLayouts/_rels/slideLayout_80000029_10C9F8C6.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59E63655.xml"/></Relationships>
</file>

<file path=ppt/slideLayouts/_rels/slideLayout_80000030_B3D61DAB.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59E63655.xml"/></Relationships>
</file>

<file path=ppt/slideLayouts/_rels/slideLayout_80000031_8A411FBD.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59E63655.xml"/></Relationships>
</file>

<file path=ppt/slideLayouts/_rels/slideLayout_80000032_E673388D.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3_DF5230D8.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4_4368EB31.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5_2D709864.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6_C49B9A99.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7_EBADA520.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8_ECE115DF.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39_DCE6050.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40_C86CC1DF.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41_C6E35629.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42_F1917AEF.xml.rels><?xml version="1.0" encoding="UTF-8" standalone="yes"?>
<Relationships xmlns="http://schemas.openxmlformats.org/package/2006/relationships"><Relationship Id="rId2" Type="http://schemas.openxmlformats.org/officeDocument/2006/relationships/image" Target="../media/image_AE0091C3.jpeg"/><Relationship Id="rId1" Type="http://schemas.openxmlformats.org/officeDocument/2006/relationships/slideMaster" Target="../slideMasters/slideMaster_80000000_59E63655.xml"/></Relationships>
</file>

<file path=ppt/slideLayouts/_rels/slideLayout_80000043_8995757B.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_rels/slideLayout_80000044_E9841288.xml.rels><?xml version="1.0" encoding="UTF-8" standalone="yes"?>
<Relationships xmlns="http://schemas.openxmlformats.org/package/2006/relationships"><Relationship Id="rId1" Type="http://schemas.openxmlformats.org/officeDocument/2006/relationships/slideMaster" Target="../slideMasters/slideMaster_80000000_59E63655.xml"/></Relationships>
</file>

<file path=ppt/slideLayouts/slideLayout_8000000A_5DE7C0F4.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575469300"/>
      </p:ext>
    </p:extLst>
  </p:cSld>
  <p:clrMapOvr>
    <a:masterClrMapping/>
  </p:clrMapOvr>
</p:sldLayout>
</file>

<file path=ppt/slideLayouts/slideLayout_8000000B_12502A4D.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43597"/>
      </p:ext>
    </p:extLst>
  </p:cSld>
  <p:clrMapOvr>
    <a:masterClrMapping/>
  </p:clrMapOvr>
</p:sldLayout>
</file>

<file path=ppt/slideLayouts/slideLayout_8000001A_83A6795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208725330"/>
      </p:ext>
    </p:extLst>
  </p:cSld>
  <p:clrMapOvr>
    <a:masterClrMapping/>
  </p:clrMapOvr>
</p:sldLayout>
</file>

<file path=ppt/slideLayouts/slideLayout_8000001B_BC225DE6.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156368870"/>
      </p:ext>
    </p:extLst>
  </p:cSld>
  <p:clrMapOvr>
    <a:masterClrMapping/>
  </p:clrMapOvr>
</p:sldLayout>
</file>

<file path=ppt/slideLayouts/slideLayout_8000001C_7D945FD.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79741"/>
      </p:ext>
    </p:extLst>
  </p:cSld>
  <p:clrMapOvr>
    <a:masterClrMapping/>
  </p:clrMapOvr>
</p:sldLayout>
</file>

<file path=ppt/slideLayouts/slideLayout_8000001D_1F0508E7.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423655"/>
      </p:ext>
    </p:extLst>
  </p:cSld>
  <p:clrMapOvr>
    <a:masterClrMapping/>
  </p:clrMapOvr>
</p:sldLayout>
</file>

<file path=ppt/slideLayouts/slideLayout_8000001E_BEFD7DE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283872"/>
      </p:ext>
    </p:extLst>
  </p:cSld>
  <p:clrMapOvr>
    <a:masterClrMapping/>
  </p:clrMapOvr>
</p:sldLayout>
</file>

<file path=ppt/slideLayouts/slideLayout_8000001F_40BE534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6214976"/>
      </p:ext>
    </p:extLst>
  </p:cSld>
  <p:clrMapOvr>
    <a:masterClrMapping/>
  </p:clrMapOvr>
</p:sldLayout>
</file>

<file path=ppt/slideLayouts/slideLayout_8000002A_7D573216.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866454"/>
      </p:ext>
    </p:extLst>
  </p:cSld>
  <p:clrMapOvr>
    <a:masterClrMapping/>
  </p:clrMapOvr>
</p:sldLayout>
</file>

<file path=ppt/slideLayouts/slideLayout_8000002B_17CFC102.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
            </a:fld>
            <a:endParaRPr lang="en-US"/>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399491330"/>
      </p:ext>
    </p:extLst>
  </p:cSld>
  <p:clrMapOvr>
    <a:masterClrMapping/>
  </p:clrMapOvr>
</p:sldLayout>
</file>

<file path=ppt/slideLayouts/slideLayout_8000002C_5BD7834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
            </a:fld>
            <a:endParaRPr lang="en-US"/>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850498"/>
      </p:ext>
    </p:extLst>
  </p:cSld>
  <p:clrMapOvr>
    <a:masterClrMapping/>
  </p:clrMapOvr>
</p:sldLayout>
</file>

<file path=ppt/slideLayouts/slideLayout_8000002D_2714D80B.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677451"/>
      </p:ext>
    </p:extLst>
  </p:cSld>
  <p:clrMapOvr>
    <a:masterClrMapping/>
  </p:clrMapOvr>
</p:sldLayout>
</file>

<file path=ppt/slideLayouts/slideLayout_8000002E_1972CF2B.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54539"/>
      </p:ext>
    </p:extLst>
  </p:cSld>
  <p:clrMapOvr>
    <a:masterClrMapping/>
  </p:clrMapOvr>
</p:sldLayout>
</file>

<file path=ppt/slideLayouts/slideLayout_8000002F_4CABA665.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286317669"/>
      </p:ext>
    </p:extLst>
  </p:cSld>
  <p:clrMapOvr>
    <a:masterClrMapping/>
  </p:clrMapOvr>
</p:sldLayout>
</file>

<file path=ppt/slideLayouts/slideLayout_8000003A_EEC1D9BC.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0056815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B_EE2AD967.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785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C_C9C5C832.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51822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D_D0D982FA.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503915770"/>
      </p:ext>
    </p:extLst>
  </p:cSld>
  <p:clrMapOvr>
    <a:masterClrMapping/>
  </p:clrMapOvr>
</p:sldLayout>
</file>

<file path=ppt/slideLayouts/slideLayout_8000003E_AC4368C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890098885"/>
      </p:ext>
    </p:extLst>
  </p:cSld>
  <p:clrMapOvr>
    <a:masterClrMapping/>
  </p:clrMapOvr>
</p:sldLayout>
</file>

<file path=ppt/slideLayouts/slideLayout_8000003F_5E34E67D.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580525181"/>
      </p:ext>
    </p:extLst>
  </p:cSld>
  <p:clrMapOvr>
    <a:masterClrMapping/>
  </p:clrMapOvr>
</p:sldLayout>
</file>

<file path=ppt/slideLayouts/slideLayout_80000001_2D02C8FD.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
            </a:fld>
            <a:endParaRPr lang="en-US"/>
          </a:p>
        </p:txBody>
      </p:sp>
    </p:spTree>
    <p:extLst>
      <p:ext uri="{BB962C8B-B14F-4D97-AF65-F5344CB8AC3E}">
        <p14:creationId xmlns:p14="http://schemas.microsoft.com/office/powerpoint/2010/main" val="7551572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BC86188.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97681544"/>
      </p:ext>
    </p:extLst>
  </p:cSld>
  <p:clrMapOvr>
    <a:masterClrMapping/>
  </p:clrMapOvr>
</p:sldLayout>
</file>

<file path=ppt/slideLayouts/slideLayout_80000003_4C1E6931.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12770614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6E3A6DE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
            </a:fld>
            <a:endParaRPr lang="en-US"/>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849322979"/>
      </p:ext>
    </p:extLst>
  </p:cSld>
  <p:clrMapOvr>
    <a:masterClrMapping/>
  </p:clrMapOvr>
</p:sldLayout>
</file>

<file path=ppt/slideLayouts/slideLayout_80000005_3DF142ED.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
            </a:fld>
            <a:endParaRPr lang="en-US"/>
          </a:p>
        </p:txBody>
      </p:sp>
    </p:spTree>
    <p:extLst>
      <p:ext uri="{BB962C8B-B14F-4D97-AF65-F5344CB8AC3E}">
        <p14:creationId xmlns:p14="http://schemas.microsoft.com/office/powerpoint/2010/main" val="10392214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1107960.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
            </a:fld>
            <a:endParaRPr lang="en-US"/>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8231632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64894274.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16867170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8F0CCE55.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
            </a:fld>
            <a:endParaRPr lang="en-US"/>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23999811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9A284A8D.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63317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2D8A9D18.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0589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9_EED6C8D3.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053523"/>
      </p:ext>
    </p:extLst>
  </p:cSld>
  <p:clrMapOvr>
    <a:masterClrMapping/>
  </p:clrMapOvr>
</p:sldLayout>
</file>

<file path=ppt/slideLayouts/slideLayout_80000020_3BA5D3F7.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0723447"/>
      </p:ext>
    </p:extLst>
  </p:cSld>
  <p:clrMapOvr>
    <a:masterClrMapping/>
  </p:clrMapOvr>
</p:sldLayout>
</file>

<file path=ppt/slideLayouts/slideLayout_80000021_38E06CA.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59639498"/>
      </p:ext>
    </p:extLst>
  </p:cSld>
  <p:clrMapOvr>
    <a:masterClrMapping/>
  </p:clrMapOvr>
</p:sldLayout>
</file>

<file path=ppt/slideLayouts/slideLayout_80000022_41714D02.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097944322"/>
      </p:ext>
    </p:extLst>
  </p:cSld>
  <p:clrMapOvr>
    <a:masterClrMapping/>
  </p:clrMapOvr>
</p:sldLayout>
</file>

<file path=ppt/slideLayouts/slideLayout_80000023_9A0ED0D9.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2584662233"/>
      </p:ext>
    </p:extLst>
  </p:cSld>
  <p:clrMapOvr>
    <a:masterClrMapping/>
  </p:clrMapOvr>
</p:sldLayout>
</file>

<file path=ppt/slideLayouts/slideLayout_80000024_EC46B38E.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964056462"/>
      </p:ext>
    </p:extLst>
  </p:cSld>
  <p:clrMapOvr>
    <a:masterClrMapping/>
  </p:clrMapOvr>
</p:sldLayout>
</file>

<file path=ppt/slideLayouts/slideLayout_80000025_B5E8AC0E.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051924494"/>
      </p:ext>
    </p:extLst>
  </p:cSld>
  <p:clrMapOvr>
    <a:masterClrMapping/>
  </p:clrMapOvr>
</p:sldLayout>
</file>

<file path=ppt/slideLayouts/slideLayout_80000026_C2CE182F.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268286511"/>
      </p:ext>
    </p:extLst>
  </p:cSld>
  <p:clrMapOvr>
    <a:masterClrMapping/>
  </p:clrMapOvr>
</p:sldLayout>
</file>

<file path=ppt/slideLayouts/slideLayout_80000027_41CCFE86.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103953542"/>
      </p:ext>
    </p:extLst>
  </p:cSld>
  <p:clrMapOvr>
    <a:masterClrMapping/>
  </p:clrMapOvr>
</p:sldLayout>
</file>

<file path=ppt/slideLayouts/slideLayout_80000028_D8347774.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627317108"/>
      </p:ext>
    </p:extLst>
  </p:cSld>
  <p:clrMapOvr>
    <a:masterClrMapping/>
  </p:clrMapOvr>
</p:sldLayout>
</file>

<file path=ppt/slideLayouts/slideLayout_80000029_10C9F8C6.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281671878"/>
      </p:ext>
    </p:extLst>
  </p:cSld>
  <p:clrMapOvr>
    <a:masterClrMapping/>
  </p:clrMapOvr>
</p:sldLayout>
</file>

<file path=ppt/slideLayouts/slideLayout_80000030_B3D61DAB.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017153963"/>
      </p:ext>
    </p:extLst>
  </p:cSld>
  <p:clrMapOvr>
    <a:masterClrMapping/>
  </p:clrMapOvr>
</p:sldLayout>
</file>

<file path=ppt/slideLayouts/slideLayout_80000031_8A411FBD.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
            </a:fld>
            <a:endParaRPr lang="en-US"/>
          </a:p>
        </p:txBody>
      </p:sp>
    </p:spTree>
    <p:extLst>
      <p:ext uri="{BB962C8B-B14F-4D97-AF65-F5344CB8AC3E}">
        <p14:creationId xmlns:p14="http://schemas.microsoft.com/office/powerpoint/2010/main" val="2319523773"/>
      </p:ext>
    </p:extLst>
  </p:cSld>
  <p:clrMapOvr>
    <a:masterClrMapping/>
  </p:clrMapOvr>
</p:sldLayout>
</file>

<file path=ppt/slideLayouts/slideLayout_80000032_E673388D.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31079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3_DF5230D8.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7467056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4_4368EB31.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1309494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5_2D70986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762353764"/>
      </p:ext>
    </p:extLst>
  </p:cSld>
  <p:clrMapOvr>
    <a:masterClrMapping/>
  </p:clrMapOvr>
</p:sldLayout>
</file>

<file path=ppt/slideLayouts/slideLayout_80000036_C49B9A99.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298531993"/>
      </p:ext>
    </p:extLst>
  </p:cSld>
  <p:clrMapOvr>
    <a:masterClrMapping/>
  </p:clrMapOvr>
</p:sldLayout>
</file>

<file path=ppt/slideLayouts/slideLayout_80000037_EBADA52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954025760"/>
      </p:ext>
    </p:extLst>
  </p:cSld>
  <p:clrMapOvr>
    <a:masterClrMapping/>
  </p:clrMapOvr>
</p:sldLayout>
</file>

<file path=ppt/slideLayouts/slideLayout_80000038_ECE115DF.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174175"/>
      </p:ext>
    </p:extLst>
  </p:cSld>
  <p:clrMapOvr>
    <a:masterClrMapping/>
  </p:clrMapOvr>
</p:sldLayout>
</file>

<file path=ppt/slideLayouts/slideLayout_80000039_DCE6050.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628880"/>
      </p:ext>
    </p:extLst>
  </p:cSld>
  <p:clrMapOvr>
    <a:masterClrMapping/>
  </p:clrMapOvr>
</p:sldLayout>
</file>

<file path=ppt/slideLayouts/slideLayout_80000040_C86CC1DF.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362570719"/>
      </p:ext>
    </p:extLst>
  </p:cSld>
  <p:clrMapOvr>
    <a:masterClrMapping/>
  </p:clrMapOvr>
</p:sldLayout>
</file>

<file path=ppt/slideLayouts/slideLayout_80000041_C6E3562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787497"/>
      </p:ext>
    </p:extLst>
  </p:cSld>
  <p:clrMapOvr>
    <a:masterClrMapping/>
  </p:clrMapOvr>
</p:sldLayout>
</file>

<file path=ppt/slideLayouts/slideLayout_80000042_F1917AEF.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052843247"/>
      </p:ext>
    </p:extLst>
  </p:cSld>
  <p:clrMapOvr>
    <a:masterClrMapping/>
  </p:clrMapOvr>
</p:sldLayout>
</file>

<file path=ppt/slideLayouts/slideLayout_80000043_8995757B.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308273531"/>
      </p:ext>
    </p:extLst>
  </p:cSld>
  <p:clrMapOvr>
    <a:masterClrMapping/>
  </p:clrMapOvr>
</p:sldLayout>
</file>

<file path=ppt/slideLayouts/slideLayout_80000044_E9841288.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9177468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_80000000_59E63655.xml.rels><?xml version="1.0" encoding="UTF-8" standalone="yes"?>
<Relationships xmlns="http://schemas.openxmlformats.org/package/2006/relationships"><Relationship Id="rId13" Type="http://schemas.openxmlformats.org/officeDocument/2006/relationships/slideLayout" Target="../slideLayouts/slideLayout_80000019_EED6C8D3.xml"/><Relationship Id="rId18" Type="http://schemas.openxmlformats.org/officeDocument/2006/relationships/slideLayout" Target="../slideLayouts/slideLayout_8000001E_BEFD7DE0.xml"/><Relationship Id="rId26" Type="http://schemas.openxmlformats.org/officeDocument/2006/relationships/slideLayout" Target="../slideLayouts/slideLayout_80000026_C2CE182F.xml"/><Relationship Id="rId39" Type="http://schemas.openxmlformats.org/officeDocument/2006/relationships/slideLayout" Target="../slideLayouts/slideLayout_80000033_DF5230D8.xml"/><Relationship Id="rId21" Type="http://schemas.openxmlformats.org/officeDocument/2006/relationships/slideLayout" Target="../slideLayouts/slideLayout_80000021_38E06CA.xml"/><Relationship Id="rId34" Type="http://schemas.openxmlformats.org/officeDocument/2006/relationships/slideLayout" Target="../slideLayouts/slideLayout_8000002E_1972CF2B.xml"/><Relationship Id="rId42" Type="http://schemas.openxmlformats.org/officeDocument/2006/relationships/slideLayout" Target="../slideLayouts/slideLayout_80000036_C49B9A99.xml"/><Relationship Id="rId47" Type="http://schemas.openxmlformats.org/officeDocument/2006/relationships/slideLayout" Target="../slideLayouts/slideLayout_8000003B_EE2AD967.xml"/><Relationship Id="rId50" Type="http://schemas.openxmlformats.org/officeDocument/2006/relationships/slideLayout" Target="../slideLayouts/slideLayout_8000003E_AC4368C5.xml"/><Relationship Id="rId55" Type="http://schemas.openxmlformats.org/officeDocument/2006/relationships/slideLayout" Target="../slideLayouts/slideLayout_80000043_8995757B.xml"/><Relationship Id="rId7" Type="http://schemas.openxmlformats.org/officeDocument/2006/relationships/slideLayout" Target="../slideLayouts/slideLayout_80000007_64894274.xml"/><Relationship Id="rId2" Type="http://schemas.openxmlformats.org/officeDocument/2006/relationships/slideLayout" Target="../slideLayouts/slideLayout_80000002_BC86188.xml"/><Relationship Id="rId16" Type="http://schemas.openxmlformats.org/officeDocument/2006/relationships/slideLayout" Target="../slideLayouts/slideLayout_8000001C_7D945FD.xml"/><Relationship Id="rId29" Type="http://schemas.openxmlformats.org/officeDocument/2006/relationships/slideLayout" Target="../slideLayouts/slideLayout_80000029_10C9F8C6.xml"/><Relationship Id="rId11" Type="http://schemas.openxmlformats.org/officeDocument/2006/relationships/slideLayout" Target="../slideLayouts/slideLayout_8000000B_12502A4D.xml"/><Relationship Id="rId24" Type="http://schemas.openxmlformats.org/officeDocument/2006/relationships/slideLayout" Target="../slideLayouts/slideLayout_80000024_EC46B38E.xml"/><Relationship Id="rId32" Type="http://schemas.openxmlformats.org/officeDocument/2006/relationships/slideLayout" Target="../slideLayouts/slideLayout_8000002C_5BD78342.xml"/><Relationship Id="rId37" Type="http://schemas.openxmlformats.org/officeDocument/2006/relationships/slideLayout" Target="../slideLayouts/slideLayout_80000031_8A411FBD.xml"/><Relationship Id="rId40" Type="http://schemas.openxmlformats.org/officeDocument/2006/relationships/slideLayout" Target="../slideLayouts/slideLayout_80000034_4368EB31.xml"/><Relationship Id="rId45" Type="http://schemas.openxmlformats.org/officeDocument/2006/relationships/slideLayout" Target="../slideLayouts/slideLayout_80000039_DCE6050.xml"/><Relationship Id="rId53" Type="http://schemas.openxmlformats.org/officeDocument/2006/relationships/slideLayout" Target="../slideLayouts/slideLayout_80000041_C6E35629.xml"/><Relationship Id="rId5" Type="http://schemas.openxmlformats.org/officeDocument/2006/relationships/slideLayout" Target="../slideLayouts/slideLayout_80000005_3DF142ED.xml"/><Relationship Id="rId19" Type="http://schemas.openxmlformats.org/officeDocument/2006/relationships/slideLayout" Target="../slideLayouts/slideLayout_8000001F_40BE5340.xml"/><Relationship Id="rId4" Type="http://schemas.openxmlformats.org/officeDocument/2006/relationships/slideLayout" Target="../slideLayouts/slideLayout_80000004_6E3A6DE3.xml"/><Relationship Id="rId9" Type="http://schemas.openxmlformats.org/officeDocument/2006/relationships/slideLayout" Target="../slideLayouts/slideLayout_80000009_9A284A8D.xml"/><Relationship Id="rId14" Type="http://schemas.openxmlformats.org/officeDocument/2006/relationships/slideLayout" Target="../slideLayouts/slideLayout_8000001A_83A67952.xml"/><Relationship Id="rId22" Type="http://schemas.openxmlformats.org/officeDocument/2006/relationships/slideLayout" Target="../slideLayouts/slideLayout_80000022_41714D02.xml"/><Relationship Id="rId27" Type="http://schemas.openxmlformats.org/officeDocument/2006/relationships/slideLayout" Target="../slideLayouts/slideLayout_80000027_41CCFE86.xml"/><Relationship Id="rId30" Type="http://schemas.openxmlformats.org/officeDocument/2006/relationships/slideLayout" Target="../slideLayouts/slideLayout_8000002A_7D573216.xml"/><Relationship Id="rId35" Type="http://schemas.openxmlformats.org/officeDocument/2006/relationships/slideLayout" Target="../slideLayouts/slideLayout_8000002F_4CABA665.xml"/><Relationship Id="rId43" Type="http://schemas.openxmlformats.org/officeDocument/2006/relationships/slideLayout" Target="../slideLayouts/slideLayout_80000037_EBADA520.xml"/><Relationship Id="rId48" Type="http://schemas.openxmlformats.org/officeDocument/2006/relationships/slideLayout" Target="../slideLayouts/slideLayout_8000003C_C9C5C832.xml"/><Relationship Id="rId56" Type="http://schemas.openxmlformats.org/officeDocument/2006/relationships/slideLayout" Target="../slideLayouts/slideLayout_80000044_E9841288.xml"/><Relationship Id="rId8" Type="http://schemas.openxmlformats.org/officeDocument/2006/relationships/slideLayout" Target="../slideLayouts/slideLayout_80000008_8F0CCE55.xml"/><Relationship Id="rId51" Type="http://schemas.openxmlformats.org/officeDocument/2006/relationships/slideLayout" Target="../slideLayouts/slideLayout_8000003F_5E34E67D.xml"/><Relationship Id="rId3" Type="http://schemas.openxmlformats.org/officeDocument/2006/relationships/slideLayout" Target="../slideLayouts/slideLayout_80000003_4C1E6931.xml"/><Relationship Id="rId12" Type="http://schemas.openxmlformats.org/officeDocument/2006/relationships/slideLayout" Target="../slideLayouts/slideLayout_80000018_2D8A9D18.xml"/><Relationship Id="rId17" Type="http://schemas.openxmlformats.org/officeDocument/2006/relationships/slideLayout" Target="../slideLayouts/slideLayout_8000001D_1F0508E7.xml"/><Relationship Id="rId25" Type="http://schemas.openxmlformats.org/officeDocument/2006/relationships/slideLayout" Target="../slideLayouts/slideLayout_80000025_B5E8AC0E.xml"/><Relationship Id="rId33" Type="http://schemas.openxmlformats.org/officeDocument/2006/relationships/slideLayout" Target="../slideLayouts/slideLayout_8000002D_2714D80B.xml"/><Relationship Id="rId38" Type="http://schemas.openxmlformats.org/officeDocument/2006/relationships/slideLayout" Target="../slideLayouts/slideLayout_80000032_E673388D.xml"/><Relationship Id="rId46" Type="http://schemas.openxmlformats.org/officeDocument/2006/relationships/slideLayout" Target="../slideLayouts/slideLayout_8000003A_EEC1D9BC.xml"/><Relationship Id="rId20" Type="http://schemas.openxmlformats.org/officeDocument/2006/relationships/slideLayout" Target="../slideLayouts/slideLayout_80000020_3BA5D3F7.xml"/><Relationship Id="rId41" Type="http://schemas.openxmlformats.org/officeDocument/2006/relationships/slideLayout" Target="../slideLayouts/slideLayout_80000035_2D709864.xml"/><Relationship Id="rId54" Type="http://schemas.openxmlformats.org/officeDocument/2006/relationships/slideLayout" Target="../slideLayouts/slideLayout_80000042_F1917AEF.xml"/><Relationship Id="rId1" Type="http://schemas.openxmlformats.org/officeDocument/2006/relationships/slideLayout" Target="../slideLayouts/slideLayout_80000001_2D02C8FD.xml"/><Relationship Id="rId6" Type="http://schemas.openxmlformats.org/officeDocument/2006/relationships/slideLayout" Target="../slideLayouts/slideLayout_80000006_31107960.xml"/><Relationship Id="rId15" Type="http://schemas.openxmlformats.org/officeDocument/2006/relationships/slideLayout" Target="../slideLayouts/slideLayout_8000001B_BC225DE6.xml"/><Relationship Id="rId23" Type="http://schemas.openxmlformats.org/officeDocument/2006/relationships/slideLayout" Target="../slideLayouts/slideLayout_80000023_9A0ED0D9.xml"/><Relationship Id="rId28" Type="http://schemas.openxmlformats.org/officeDocument/2006/relationships/slideLayout" Target="../slideLayouts/slideLayout_80000028_D8347774.xml"/><Relationship Id="rId36" Type="http://schemas.openxmlformats.org/officeDocument/2006/relationships/slideLayout" Target="../slideLayouts/slideLayout_80000030_B3D61DAB.xml"/><Relationship Id="rId49" Type="http://schemas.openxmlformats.org/officeDocument/2006/relationships/slideLayout" Target="../slideLayouts/slideLayout_8000003D_D0D982FA.xml"/><Relationship Id="rId57" Type="http://schemas.openxmlformats.org/officeDocument/2006/relationships/theme" Target="../theme/theme_80000000_59E63655.xml"/><Relationship Id="rId10" Type="http://schemas.openxmlformats.org/officeDocument/2006/relationships/slideLayout" Target="../slideLayouts/slideLayout_8000000A_5DE7C0F4.xml"/><Relationship Id="rId31" Type="http://schemas.openxmlformats.org/officeDocument/2006/relationships/slideLayout" Target="../slideLayouts/slideLayout_8000002B_17CFC102.xml"/><Relationship Id="rId44" Type="http://schemas.openxmlformats.org/officeDocument/2006/relationships/slideLayout" Target="../slideLayouts/slideLayout_80000038_ECE115DF.xml"/><Relationship Id="rId52" Type="http://schemas.openxmlformats.org/officeDocument/2006/relationships/slideLayout" Target="../slideLayouts/slideLayout_80000040_C86CC1DF.xml"/></Relationships>
</file>

<file path=ppt/slideMasters/slideMaster_80000000_59E6365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259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_A0A_1E12B54.xml.rels><?xml version="1.0" encoding="UTF-8" standalone="yes"?>
<Relationships xmlns="http://schemas.openxmlformats.org/package/2006/relationships"><Relationship Id="rId3" Type="http://schemas.openxmlformats.org/officeDocument/2006/relationships/image" Target="../media/image_BEE22B28.jpeg"/><Relationship Id="rId2" Type="http://schemas.openxmlformats.org/officeDocument/2006/relationships/notesSlide" Target="../notesSlides/notesSlide_A0A_1E12B54.xml"/><Relationship Id="rId1" Type="http://schemas.openxmlformats.org/officeDocument/2006/relationships/slideLayout" Target="../slideLayouts/slideLayout_8000002F_4CABA665.xml"/></Relationships>
</file>

<file path=ppt/slides/_rels/slide_A0B_E1C2C7A2.xml.rels><?xml version="1.0" encoding="UTF-8" standalone="yes"?>
<Relationships xmlns="http://schemas.openxmlformats.org/package/2006/relationships"><Relationship Id="rId2" Type="http://schemas.openxmlformats.org/officeDocument/2006/relationships/notesSlide" Target="../notesSlides/notesSlide_A0B_E1C2C7A2.xml"/><Relationship Id="rId1" Type="http://schemas.openxmlformats.org/officeDocument/2006/relationships/slideLayout" Target="../slideLayouts/slideLayout_80000009_9A284A8D.xml"/></Relationships>
</file>

<file path=ppt/slides/_rels/slide_A0C_D4503868.xml.rels><?xml version="1.0" encoding="UTF-8" standalone="yes"?>
<Relationships xmlns="http://schemas.openxmlformats.org/package/2006/relationships"><Relationship Id="rId2" Type="http://schemas.openxmlformats.org/officeDocument/2006/relationships/notesSlide" Target="../notesSlides/notesSlide_A0C_D4503868.xml"/><Relationship Id="rId1" Type="http://schemas.openxmlformats.org/officeDocument/2006/relationships/slideLayout" Target="../slideLayouts/slideLayout_8000001A_83A67952.xml"/></Relationships>
</file>

<file path=ppt/slides/_rels/slide_A0D_8F87201A.xml.rels><?xml version="1.0" encoding="UTF-8" standalone="yes"?>
<Relationships xmlns="http://schemas.openxmlformats.org/package/2006/relationships"><Relationship Id="rId3" Type="http://schemas.openxmlformats.org/officeDocument/2006/relationships/diagramData" Target="../diagrams/data_A0D_8F87201A.xml"/><Relationship Id="rId7" Type="http://schemas.microsoft.com/office/2007/relationships/diagramDrawing" Target="../diagrams/drawing_A0D_8F87201A.xml"/><Relationship Id="rId2" Type="http://schemas.openxmlformats.org/officeDocument/2006/relationships/notesSlide" Target="../notesSlides/notesSlide_A0D_8F87201A.xml"/><Relationship Id="rId1" Type="http://schemas.openxmlformats.org/officeDocument/2006/relationships/slideLayout" Target="../slideLayouts/slideLayout_80000002_BC86188.xml"/><Relationship Id="rId6" Type="http://schemas.openxmlformats.org/officeDocument/2006/relationships/diagramColors" Target="../diagrams/colors_A0D_8F87201A.xml"/><Relationship Id="rId5" Type="http://schemas.openxmlformats.org/officeDocument/2006/relationships/diagramQuickStyle" Target="../diagrams/quickStyle_A0D_8F87201A.xml"/><Relationship Id="rId4" Type="http://schemas.openxmlformats.org/officeDocument/2006/relationships/diagramLayout" Target="../diagrams/layout_A0D_8F87201A.xml"/></Relationships>
</file>

<file path=ppt/slides/_rels/slide_A01_19DD61F8.xml.rels><?xml version="1.0" encoding="UTF-8" standalone="yes"?>
<Relationships xmlns="http://schemas.openxmlformats.org/package/2006/relationships"><Relationship Id="rId3" Type="http://schemas.openxmlformats.org/officeDocument/2006/relationships/image" Target="../media/image_92F426E4.jpeg"/><Relationship Id="rId2" Type="http://schemas.openxmlformats.org/officeDocument/2006/relationships/notesSlide" Target="../notesSlides/notesSlide_A01_19DD61F8.xml"/><Relationship Id="rId1" Type="http://schemas.openxmlformats.org/officeDocument/2006/relationships/slideLayout" Target="../slideLayouts/slideLayout_80000003_4C1E6931.xml"/></Relationships>
</file>

<file path=ppt/slides/_rels/slide_A02_76FF1360.xml.rels><?xml version="1.0" encoding="UTF-8" standalone="yes"?>
<Relationships xmlns="http://schemas.openxmlformats.org/package/2006/relationships"><Relationship Id="rId2" Type="http://schemas.openxmlformats.org/officeDocument/2006/relationships/notesSlide" Target="../notesSlides/notesSlide_A02_76FF1360.xml"/><Relationship Id="rId1" Type="http://schemas.openxmlformats.org/officeDocument/2006/relationships/slideLayout" Target="../slideLayouts/slideLayout_80000009_9A284A8D.xml"/></Relationships>
</file>

<file path=ppt/slides/_rels/slide_A03_D092AC4.xml.rels><?xml version="1.0" encoding="UTF-8" standalone="yes"?>
<Relationships xmlns="http://schemas.openxmlformats.org/package/2006/relationships"><Relationship Id="rId3" Type="http://schemas.openxmlformats.org/officeDocument/2006/relationships/image" Target="../media/image_1EFAFC65.jpeg"/><Relationship Id="rId2" Type="http://schemas.openxmlformats.org/officeDocument/2006/relationships/notesSlide" Target="../notesSlides/notesSlide_A03_D092AC4.xml"/><Relationship Id="rId1" Type="http://schemas.openxmlformats.org/officeDocument/2006/relationships/slideLayout" Target="../slideLayouts/slideLayout_80000024_EC46B38E.xml"/></Relationships>
</file>

<file path=ppt/slides/_rels/slide_A04_AC964DAE.xml.rels><?xml version="1.0" encoding="UTF-8" standalone="yes"?>
<Relationships xmlns="http://schemas.openxmlformats.org/package/2006/relationships"><Relationship Id="rId3" Type="http://schemas.openxmlformats.org/officeDocument/2006/relationships/image" Target="../media/image_B026B22F.jpeg"/><Relationship Id="rId2" Type="http://schemas.openxmlformats.org/officeDocument/2006/relationships/notesSlide" Target="../notesSlides/notesSlide_A04_AC964DAE.xml"/><Relationship Id="rId1" Type="http://schemas.openxmlformats.org/officeDocument/2006/relationships/slideLayout" Target="../slideLayouts/slideLayout_80000023_9A0ED0D9.xml"/></Relationships>
</file>

<file path=ppt/slides/_rels/slide_A05_682EBB92.xml.rels><?xml version="1.0" encoding="UTF-8" standalone="yes"?>
<Relationships xmlns="http://schemas.openxmlformats.org/package/2006/relationships"><Relationship Id="rId2" Type="http://schemas.openxmlformats.org/officeDocument/2006/relationships/notesSlide" Target="../notesSlides/notesSlide_A05_682EBB92.xml"/><Relationship Id="rId1" Type="http://schemas.openxmlformats.org/officeDocument/2006/relationships/slideLayout" Target="../slideLayouts/slideLayout_80000009_9A284A8D.xml"/></Relationships>
</file>

<file path=ppt/slides/_rels/slide_A06_CB6A581E.xml.rels><?xml version="1.0" encoding="UTF-8" standalone="yes"?>
<Relationships xmlns="http://schemas.openxmlformats.org/package/2006/relationships"><Relationship Id="rId3" Type="http://schemas.openxmlformats.org/officeDocument/2006/relationships/image" Target="../media/image_E1E6EA87.jpeg"/><Relationship Id="rId2" Type="http://schemas.openxmlformats.org/officeDocument/2006/relationships/notesSlide" Target="../notesSlides/notesSlide_A06_CB6A581E.xml"/><Relationship Id="rId1" Type="http://schemas.openxmlformats.org/officeDocument/2006/relationships/slideLayout" Target="../slideLayouts/slideLayout_80000023_9A0ED0D9.xml"/></Relationships>
</file>

<file path=ppt/slides/_rels/slide_A07_98B93E77.xml.rels><?xml version="1.0" encoding="UTF-8" standalone="yes"?>
<Relationships xmlns="http://schemas.openxmlformats.org/package/2006/relationships"><Relationship Id="rId3" Type="http://schemas.openxmlformats.org/officeDocument/2006/relationships/image" Target="../media/image_1C11858F.jpeg"/><Relationship Id="rId2" Type="http://schemas.openxmlformats.org/officeDocument/2006/relationships/notesSlide" Target="../notesSlides/notesSlide_A07_98B93E77.xml"/><Relationship Id="rId1" Type="http://schemas.openxmlformats.org/officeDocument/2006/relationships/slideLayout" Target="../slideLayouts/slideLayout_80000023_9A0ED0D9.xml"/></Relationships>
</file>

<file path=ppt/slides/_rels/slide_A08_9A580192.xml.rels><?xml version="1.0" encoding="UTF-8" standalone="yes"?>
<Relationships xmlns="http://schemas.openxmlformats.org/package/2006/relationships"><Relationship Id="rId2" Type="http://schemas.openxmlformats.org/officeDocument/2006/relationships/notesSlide" Target="../notesSlides/notesSlide_A08_9A580192.xml"/><Relationship Id="rId1" Type="http://schemas.openxmlformats.org/officeDocument/2006/relationships/slideLayout" Target="../slideLayouts/slideLayout_80000009_9A284A8D.xml"/></Relationships>
</file>

<file path=ppt/slides/_rels/slide_A09_31865066.xml.rels><?xml version="1.0" encoding="UTF-8" standalone="yes"?>
<Relationships xmlns="http://schemas.openxmlformats.org/package/2006/relationships"><Relationship Id="rId2" Type="http://schemas.openxmlformats.org/officeDocument/2006/relationships/notesSlide" Target="../notesSlides/notesSlide_A09_31865066.xml"/><Relationship Id="rId1" Type="http://schemas.openxmlformats.org/officeDocument/2006/relationships/slideLayout" Target="../slideLayouts/slideLayout_80000009_9A284A8D.xml"/></Relationships>
</file>

<file path=ppt/slides/slide_A0A_1E12B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B42DE-7BE3-FCAE-1187-19A87B190C4F}"/>
              </a:ext>
            </a:extLst>
          </p:cNvPr>
          <p:cNvSpPr>
            <a:spLocks noGrp="1"/>
          </p:cNvSpPr>
          <p:nvPr>
            <p:ph type="title"/>
          </p:nvPr>
        </p:nvSpPr>
        <p:spPr>
          <a:xfrm>
            <a:off x="731520" y="320040"/>
            <a:ext cx="10780776" cy="932688"/>
          </a:xfrm>
        </p:spPr>
        <p:txBody>
          <a:bodyPr anchor="b">
            <a:normAutofit/>
          </a:bodyPr>
          <a:lstStyle/>
          <a:p>
            <a:r>
              <a:rPr lang="en-US"/>
              <a:t>Premium Sponsor Benefits</a:t>
            </a:r>
          </a:p>
        </p:txBody>
      </p:sp>
      <p:sp>
        <p:nvSpPr>
          <p:cNvPr id="3" name="Footer Placeholder 2">
            <a:extLst>
              <a:ext uri="{FF2B5EF4-FFF2-40B4-BE49-F238E27FC236}">
                <a16:creationId xmlns:a16="http://schemas.microsoft.com/office/drawing/2014/main" id="{1496C1A8-8073-74DC-4A7C-D431FAFB6C88}"/>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pic>
        <p:nvPicPr>
          <p:cNvPr id="8" name="Content Placeholder 7" descr="Defocused of Light on Stage">
            <a:extLst>
              <a:ext uri="{FF2B5EF4-FFF2-40B4-BE49-F238E27FC236}">
                <a16:creationId xmlns:a16="http://schemas.microsoft.com/office/drawing/2014/main" id="{18D0BAAA-274C-4B15-B319-214B0AA25C88}"/>
              </a:ext>
            </a:extLst>
          </p:cNvPr>
          <p:cNvPicPr>
            <a:picLocks noGrp="1" noChangeAspect="1"/>
          </p:cNvPicPr>
          <p:nvPr>
            <p:ph type="pic" sz="quarter" idx="13"/>
          </p:nvPr>
        </p:nvPicPr>
        <p:blipFill>
          <a:blip r:embed="rId3"/>
          <a:srcRect l="14205" r="28151" b="-3"/>
          <a:stretch>
            <a:fillRect/>
          </a:stretch>
        </p:blipFill>
        <p:spPr>
          <a:xfrm>
            <a:off x="731520" y="1816163"/>
            <a:ext cx="3920691" cy="4540188"/>
          </a:xfrm>
        </p:spPr>
      </p:pic>
      <p:sp>
        <p:nvSpPr>
          <p:cNvPr id="5" name="Content Placeholder 4">
            <a:extLst>
              <a:ext uri="{FF2B5EF4-FFF2-40B4-BE49-F238E27FC236}">
                <a16:creationId xmlns:a16="http://schemas.microsoft.com/office/drawing/2014/main" id="{501F7D60-24F0-1AD9-FFF6-962A2B42114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9516" y="1812758"/>
            <a:ext cx="6349381" cy="4540188"/>
          </a:xfrm>
        </p:spPr>
        <p:txBody>
          <a:bodyPr>
            <a:normAutofit/>
          </a:bodyPr>
          <a:lstStyle/>
          <a:p>
            <a:pPr marL="0" indent="0">
              <a:spcBef>
                <a:spcPts val="2500"/>
              </a:spcBef>
              <a:buFont typeface="Arial" panose="020B0604020202020204" pitchFamily="34" charset="0"/>
              <a:buNone/>
            </a:pPr>
            <a:r>
              <a:rPr lang="en-US" sz="1400" b="1"/>
              <a:t>Comprehensive Brand Exposure</a:t>
            </a:r>
          </a:p>
          <a:p>
            <a:pPr marL="0" lvl="1" indent="0">
              <a:buFont typeface="Arial" panose="020B0604020202020204" pitchFamily="34" charset="0"/>
              <a:buNone/>
            </a:pPr>
            <a:r>
              <a:rPr lang="en-US" sz="1400"/>
              <a:t>Sponsors gain campus-wide visibility and targeted social media promotion to maximize brand impact.</a:t>
            </a:r>
          </a:p>
          <a:p>
            <a:pPr marL="0" indent="0">
              <a:spcBef>
                <a:spcPts val="2500"/>
              </a:spcBef>
              <a:buFont typeface="Arial" panose="020B0604020202020204" pitchFamily="34" charset="0"/>
              <a:buNone/>
            </a:pPr>
            <a:r>
              <a:rPr lang="en-US" sz="1400" b="1"/>
              <a:t>Engagement and Content Collaboration</a:t>
            </a:r>
          </a:p>
          <a:p>
            <a:pPr marL="0" lvl="1" indent="0">
              <a:buFont typeface="Arial" panose="020B0604020202020204" pitchFamily="34" charset="0"/>
              <a:buNone/>
            </a:pPr>
            <a:r>
              <a:rPr lang="en-US" sz="1400"/>
              <a:t>High-quality content collaboration and event activations foster direct interaction with students.</a:t>
            </a:r>
          </a:p>
          <a:p>
            <a:pPr marL="0" indent="0">
              <a:spcBef>
                <a:spcPts val="2500"/>
              </a:spcBef>
              <a:buFont typeface="Arial" panose="020B0604020202020204" pitchFamily="34" charset="0"/>
              <a:buNone/>
            </a:pPr>
            <a:r>
              <a:rPr lang="en-US" sz="1400" b="1"/>
              <a:t>Recruitment Opportunities</a:t>
            </a:r>
          </a:p>
          <a:p>
            <a:pPr marL="0" lvl="1" indent="0">
              <a:buFont typeface="Arial" panose="020B0604020202020204" pitchFamily="34" charset="0"/>
              <a:buNone/>
            </a:pPr>
            <a:r>
              <a:rPr lang="en-US" sz="1400"/>
              <a:t>Sponsors connect with top student talent through relationship-driven recruitment activities.</a:t>
            </a:r>
          </a:p>
          <a:p>
            <a:pPr marL="0" indent="0">
              <a:spcBef>
                <a:spcPts val="2500"/>
              </a:spcBef>
              <a:buFont typeface="Arial" panose="020B0604020202020204" pitchFamily="34" charset="0"/>
              <a:buNone/>
            </a:pPr>
            <a:r>
              <a:rPr lang="en-US" sz="1400" b="1"/>
              <a:t>Long-Term Brand Positioning</a:t>
            </a:r>
          </a:p>
          <a:p>
            <a:pPr marL="0" lvl="1" indent="0">
              <a:buFont typeface="Arial" panose="020B0604020202020204" pitchFamily="34" charset="0"/>
              <a:buNone/>
            </a:pPr>
            <a:r>
              <a:rPr lang="en-US" sz="1400"/>
              <a:t>Focus on professionalism and exclusivity builds lasting brand loyalty and premium positioning.</a:t>
            </a:r>
          </a:p>
        </p:txBody>
      </p:sp>
      <p:sp>
        <p:nvSpPr>
          <p:cNvPr id="6" name="Date Placeholder 5">
            <a:extLst>
              <a:ext uri="{FF2B5EF4-FFF2-40B4-BE49-F238E27FC236}">
                <a16:creationId xmlns:a16="http://schemas.microsoft.com/office/drawing/2014/main" id="{71F521B0-C825-13FF-521A-B0E5F8AEA9AE}"/>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7" name="Slide Number Placeholder 6">
            <a:extLst>
              <a:ext uri="{FF2B5EF4-FFF2-40B4-BE49-F238E27FC236}">
                <a16:creationId xmlns:a16="http://schemas.microsoft.com/office/drawing/2014/main" id="{88EDCC5E-C711-4FF3-5CEF-2124B58C4943}"/>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31533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B_E1C2C7A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17A20-4D19-39FA-BB1A-11557DBA10CA}"/>
              </a:ext>
            </a:extLst>
          </p:cNvPr>
          <p:cNvSpPr>
            <a:spLocks noGrp="1"/>
          </p:cNvSpPr>
          <p:nvPr>
            <p:ph type="title"/>
          </p:nvPr>
        </p:nvSpPr>
        <p:spPr>
          <a:xfrm>
            <a:off x="838200" y="859536"/>
            <a:ext cx="9546336" cy="3675885"/>
          </a:xfrm>
        </p:spPr>
        <p:txBody>
          <a:bodyPr anchor="t">
            <a:normAutofit/>
          </a:bodyPr>
          <a:lstStyle/>
          <a:p>
            <a:r>
              <a:rPr lang="en-US"/>
              <a:t>Partnership Structure and Contact</a:t>
            </a:r>
          </a:p>
        </p:txBody>
      </p:sp>
      <p:sp>
        <p:nvSpPr>
          <p:cNvPr id="4" name="Footer Placeholder 3">
            <a:extLst>
              <a:ext uri="{FF2B5EF4-FFF2-40B4-BE49-F238E27FC236}">
                <a16:creationId xmlns:a16="http://schemas.microsoft.com/office/drawing/2014/main" id="{3D5CF97F-AD55-1333-D720-4FCEBA1A5755}"/>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CAEB5498-F2E8-A74E-230D-425917BCB8F4}"/>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15498314-9D5D-5C43-78A0-F298C2DC542B}"/>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37876386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C_D45038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633B-6F27-3384-3D48-947732BC7D94}"/>
              </a:ext>
            </a:extLst>
          </p:cNvPr>
          <p:cNvSpPr>
            <a:spLocks noGrp="1"/>
          </p:cNvSpPr>
          <p:nvPr>
            <p:ph type="title"/>
          </p:nvPr>
        </p:nvSpPr>
        <p:spPr>
          <a:xfrm>
            <a:off x="838200" y="365760"/>
            <a:ext cx="10515600" cy="1116811"/>
          </a:xfrm>
        </p:spPr>
        <p:txBody>
          <a:bodyPr anchor="b">
            <a:normAutofit/>
          </a:bodyPr>
          <a:lstStyle/>
          <a:p>
            <a:r>
              <a:rPr lang="en-US"/>
              <a:t>Sponsorship Packages Overview</a:t>
            </a:r>
          </a:p>
        </p:txBody>
      </p:sp>
      <p:sp>
        <p:nvSpPr>
          <p:cNvPr id="3" name="Footer Placeholder 2">
            <a:extLst>
              <a:ext uri="{FF2B5EF4-FFF2-40B4-BE49-F238E27FC236}">
                <a16:creationId xmlns:a16="http://schemas.microsoft.com/office/drawing/2014/main" id="{CECBE972-6CA3-0715-6BE9-9366B432D2E6}"/>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3D5B01FC-0B4B-FA92-3854-839C0F0D2C82}"/>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EEE6A364-A39C-470E-B89A-9BD899585684}"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B8E3BB28-0086-AFFC-12EC-450FDBBE80E4}"/>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graphicFrame>
        <p:nvGraphicFramePr>
          <p:cNvPr id="8" name="Content Placeholder 7">
            <a:extLst>
              <a:ext uri="{FF2B5EF4-FFF2-40B4-BE49-F238E27FC236}">
                <a16:creationId xmlns:a16="http://schemas.microsoft.com/office/drawing/2014/main" id="{77A33CDF-AE2B-4C34-AD29-565E8BA62BE8}"/>
              </a:ext>
            </a:extLst>
          </p:cNvPr>
          <p:cNvGraphicFramePr>
            <a:graphicFrameLocks noGrp="1"/>
          </p:cNvGraphicFramePr>
          <p:nvPr>
            <p:ph sz="quarter" idx="13"/>
          </p:nvPr>
        </p:nvGraphicFramePr>
        <p:xfrm>
          <a:off x="979969" y="2395538"/>
          <a:ext cx="10232061" cy="4097337"/>
        </p:xfrm>
        <a:graphic>
          <a:graphicData uri="http://schemas.openxmlformats.org/drawingml/2006/table">
            <a:tbl>
              <a:tblPr firstRow="1" bandRow="1">
                <a:tableStyleId>{5C22544A-7EE6-4342-B048-85BDC9FD1C3A}</a:tableStyleId>
              </a:tblPr>
              <a:tblGrid>
                <a:gridCol w="3401152">
                  <a:extLst>
                    <a:ext uri="{9D8B030D-6E8A-4147-A177-3AD203B41FA5}">
                      <a16:colId xmlns:a16="http://schemas.microsoft.com/office/drawing/2014/main" val="1862108492"/>
                    </a:ext>
                  </a:extLst>
                </a:gridCol>
                <a:gridCol w="2860927">
                  <a:extLst>
                    <a:ext uri="{9D8B030D-6E8A-4147-A177-3AD203B41FA5}">
                      <a16:colId xmlns:a16="http://schemas.microsoft.com/office/drawing/2014/main" val="1613110521"/>
                    </a:ext>
                  </a:extLst>
                </a:gridCol>
                <a:gridCol w="3969983">
                  <a:extLst>
                    <a:ext uri="{9D8B030D-6E8A-4147-A177-3AD203B41FA5}">
                      <a16:colId xmlns:a16="http://schemas.microsoft.com/office/drawing/2014/main" val="2138571700"/>
                    </a:ext>
                  </a:extLst>
                </a:gridCol>
              </a:tblGrid>
              <a:tr h="435466">
                <a:tc>
                  <a:txBody>
                    <a:bodyPr/>
                    <a:lstStyle/>
                    <a:p>
                      <a:pPr>
                        <a:buNone/>
                      </a:pPr>
                      <a:r>
                        <a:rPr lang="en-US" sz="1900"/>
                        <a:t>Package</a:t>
                      </a:r>
                    </a:p>
                  </a:txBody>
                  <a:tcPr marL="98969" marR="98969" marT="49485" marB="49485" anchor="ctr"/>
                </a:tc>
                <a:tc>
                  <a:txBody>
                    <a:bodyPr/>
                    <a:lstStyle/>
                    <a:p>
                      <a:pPr>
                        <a:buNone/>
                      </a:pPr>
                      <a:r>
                        <a:rPr lang="en-US" sz="1900"/>
                        <a:t>Visibility Level</a:t>
                      </a:r>
                    </a:p>
                  </a:txBody>
                  <a:tcPr marL="98969" marR="98969" marT="49485" marB="49485" anchor="ctr"/>
                </a:tc>
                <a:tc>
                  <a:txBody>
                    <a:bodyPr/>
                    <a:lstStyle/>
                    <a:p>
                      <a:pPr>
                        <a:buNone/>
                      </a:pPr>
                      <a:r>
                        <a:rPr lang="en-US" sz="1900"/>
                        <a:t>Key Benefits</a:t>
                      </a:r>
                    </a:p>
                  </a:txBody>
                  <a:tcPr marL="98969" marR="98969" marT="49485" marB="49485" anchor="ctr"/>
                </a:tc>
                <a:extLst>
                  <a:ext uri="{0D108BD9-81ED-4DB2-BD59-A6C34878D82A}">
                    <a16:rowId xmlns:a16="http://schemas.microsoft.com/office/drawing/2014/main" val="1583887653"/>
                  </a:ext>
                </a:extLst>
              </a:tr>
              <a:tr h="732375">
                <a:tc>
                  <a:txBody>
                    <a:bodyPr/>
                    <a:lstStyle/>
                    <a:p>
                      <a:pPr>
                        <a:buNone/>
                      </a:pPr>
                      <a:r>
                        <a:rPr lang="en-US" sz="1900"/>
                        <a:t>Bronze Sponsor</a:t>
                      </a:r>
                    </a:p>
                  </a:txBody>
                  <a:tcPr marL="98969" marR="98969" marT="49485" marB="49485" anchor="ctr"/>
                </a:tc>
                <a:tc>
                  <a:txBody>
                    <a:bodyPr/>
                    <a:lstStyle/>
                    <a:p>
                      <a:pPr>
                        <a:buNone/>
                      </a:pPr>
                      <a:r>
                        <a:rPr lang="en-US" sz="1900"/>
                        <a:t>Entry-Level</a:t>
                      </a:r>
                    </a:p>
                  </a:txBody>
                  <a:tcPr marL="98969" marR="98969" marT="49485" marB="49485" anchor="ctr"/>
                </a:tc>
                <a:tc>
                  <a:txBody>
                    <a:bodyPr/>
                    <a:lstStyle/>
                    <a:p>
                      <a:pPr>
                        <a:buNone/>
                      </a:pPr>
                      <a:r>
                        <a:rPr lang="en-US" sz="1900"/>
                        <a:t>Basic branding, limited social media mentions, event presence</a:t>
                      </a:r>
                    </a:p>
                  </a:txBody>
                  <a:tcPr marL="98969" marR="98969" marT="49485" marB="49485" anchor="ctr"/>
                </a:tc>
                <a:extLst>
                  <a:ext uri="{0D108BD9-81ED-4DB2-BD59-A6C34878D82A}">
                    <a16:rowId xmlns:a16="http://schemas.microsoft.com/office/drawing/2014/main" val="1710008376"/>
                  </a:ext>
                </a:extLst>
              </a:tr>
              <a:tr h="732375">
                <a:tc>
                  <a:txBody>
                    <a:bodyPr/>
                    <a:lstStyle/>
                    <a:p>
                      <a:pPr>
                        <a:buNone/>
                      </a:pPr>
                      <a:r>
                        <a:rPr lang="en-US" sz="1900"/>
                        <a:t>Silver Sponsor</a:t>
                      </a:r>
                    </a:p>
                  </a:txBody>
                  <a:tcPr marL="98969" marR="98969" marT="49485" marB="49485" anchor="ctr"/>
                </a:tc>
                <a:tc>
                  <a:txBody>
                    <a:bodyPr/>
                    <a:lstStyle/>
                    <a:p>
                      <a:pPr>
                        <a:buNone/>
                      </a:pPr>
                      <a:r>
                        <a:rPr lang="en-US" sz="1900"/>
                        <a:t>Enhanced</a:t>
                      </a:r>
                    </a:p>
                  </a:txBody>
                  <a:tcPr marL="98969" marR="98969" marT="49485" marB="49485" anchor="ctr"/>
                </a:tc>
                <a:tc>
                  <a:txBody>
                    <a:bodyPr/>
                    <a:lstStyle/>
                    <a:p>
                      <a:pPr>
                        <a:buNone/>
                      </a:pPr>
                      <a:r>
                        <a:rPr lang="en-US" sz="1900"/>
                        <a:t>Increased branding, regular social media exposure, event activations</a:t>
                      </a:r>
                    </a:p>
                  </a:txBody>
                  <a:tcPr marL="98969" marR="98969" marT="49485" marB="49485" anchor="ctr"/>
                </a:tc>
                <a:extLst>
                  <a:ext uri="{0D108BD9-81ED-4DB2-BD59-A6C34878D82A}">
                    <a16:rowId xmlns:a16="http://schemas.microsoft.com/office/drawing/2014/main" val="931810031"/>
                  </a:ext>
                </a:extLst>
              </a:tr>
              <a:tr h="732375">
                <a:tc>
                  <a:txBody>
                    <a:bodyPr/>
                    <a:lstStyle/>
                    <a:p>
                      <a:pPr>
                        <a:buNone/>
                      </a:pPr>
                      <a:r>
                        <a:rPr lang="en-US" sz="1900"/>
                        <a:t>Gold Sponsor</a:t>
                      </a:r>
                    </a:p>
                  </a:txBody>
                  <a:tcPr marL="98969" marR="98969" marT="49485" marB="49485" anchor="ctr"/>
                </a:tc>
                <a:tc>
                  <a:txBody>
                    <a:bodyPr/>
                    <a:lstStyle/>
                    <a:p>
                      <a:pPr>
                        <a:buNone/>
                      </a:pPr>
                      <a:r>
                        <a:rPr lang="en-US" sz="1900"/>
                        <a:t>Premium</a:t>
                      </a:r>
                    </a:p>
                  </a:txBody>
                  <a:tcPr marL="98969" marR="98969" marT="49485" marB="49485" anchor="ctr"/>
                </a:tc>
                <a:tc>
                  <a:txBody>
                    <a:bodyPr/>
                    <a:lstStyle/>
                    <a:p>
                      <a:pPr>
                        <a:buNone/>
                      </a:pPr>
                      <a:r>
                        <a:rPr lang="en-US" sz="1900"/>
                        <a:t>High visibility, content collaboration, recruitment access</a:t>
                      </a:r>
                    </a:p>
                  </a:txBody>
                  <a:tcPr marL="98969" marR="98969" marT="49485" marB="49485" anchor="ctr"/>
                </a:tc>
                <a:extLst>
                  <a:ext uri="{0D108BD9-81ED-4DB2-BD59-A6C34878D82A}">
                    <a16:rowId xmlns:a16="http://schemas.microsoft.com/office/drawing/2014/main" val="4261527698"/>
                  </a:ext>
                </a:extLst>
              </a:tr>
              <a:tr h="732375">
                <a:tc>
                  <a:txBody>
                    <a:bodyPr/>
                    <a:lstStyle/>
                    <a:p>
                      <a:pPr>
                        <a:buNone/>
                      </a:pPr>
                      <a:r>
                        <a:rPr lang="en-US" sz="1900"/>
                        <a:t>Platinum Sponsor</a:t>
                      </a:r>
                    </a:p>
                  </a:txBody>
                  <a:tcPr marL="98969" marR="98969" marT="49485" marB="49485" anchor="ctr"/>
                </a:tc>
                <a:tc>
                  <a:txBody>
                    <a:bodyPr/>
                    <a:lstStyle/>
                    <a:p>
                      <a:pPr>
                        <a:buNone/>
                      </a:pPr>
                      <a:r>
                        <a:rPr lang="en-US" sz="1900"/>
                        <a:t>Elite</a:t>
                      </a:r>
                    </a:p>
                  </a:txBody>
                  <a:tcPr marL="98969" marR="98969" marT="49485" marB="49485" anchor="ctr"/>
                </a:tc>
                <a:tc>
                  <a:txBody>
                    <a:bodyPr/>
                    <a:lstStyle/>
                    <a:p>
                      <a:pPr>
                        <a:buNone/>
                      </a:pPr>
                      <a:r>
                        <a:rPr lang="en-US" sz="1900"/>
                        <a:t>Maximum exposure, priority placement, strategic integrations</a:t>
                      </a:r>
                    </a:p>
                  </a:txBody>
                  <a:tcPr marL="98969" marR="98969" marT="49485" marB="49485" anchor="ctr"/>
                </a:tc>
                <a:extLst>
                  <a:ext uri="{0D108BD9-81ED-4DB2-BD59-A6C34878D82A}">
                    <a16:rowId xmlns:a16="http://schemas.microsoft.com/office/drawing/2014/main" val="2372115559"/>
                  </a:ext>
                </a:extLst>
              </a:tr>
              <a:tr h="732375">
                <a:tc>
                  <a:txBody>
                    <a:bodyPr/>
                    <a:lstStyle/>
                    <a:p>
                      <a:pPr>
                        <a:buNone/>
                      </a:pPr>
                      <a:r>
                        <a:rPr lang="en-US" sz="1900"/>
                        <a:t>Title Sponsor</a:t>
                      </a:r>
                    </a:p>
                  </a:txBody>
                  <a:tcPr marL="98969" marR="98969" marT="49485" marB="49485" anchor="ctr"/>
                </a:tc>
                <a:tc>
                  <a:txBody>
                    <a:bodyPr/>
                    <a:lstStyle/>
                    <a:p>
                      <a:pPr>
                        <a:buNone/>
                      </a:pPr>
                      <a:r>
                        <a:rPr lang="en-US" sz="1900"/>
                        <a:t>Exclusive</a:t>
                      </a:r>
                    </a:p>
                  </a:txBody>
                  <a:tcPr marL="98969" marR="98969" marT="49485" marB="49485" anchor="ctr"/>
                </a:tc>
                <a:tc>
                  <a:txBody>
                    <a:bodyPr/>
                    <a:lstStyle/>
                    <a:p>
                      <a:pPr>
                        <a:buNone/>
                      </a:pPr>
                      <a:r>
                        <a:rPr lang="en-US" sz="1900"/>
                        <a:t>Category ownership, top-tier branding, long-term positioning</a:t>
                      </a:r>
                    </a:p>
                  </a:txBody>
                  <a:tcPr marL="98969" marR="98969" marT="49485" marB="49485" anchor="ctr"/>
                </a:tc>
                <a:extLst>
                  <a:ext uri="{0D108BD9-81ED-4DB2-BD59-A6C34878D82A}">
                    <a16:rowId xmlns:a16="http://schemas.microsoft.com/office/drawing/2014/main" val="2446992111"/>
                  </a:ext>
                </a:extLst>
              </a:tr>
            </a:tbl>
          </a:graphicData>
        </a:graphic>
      </p:graphicFrame>
    </p:spTree>
    <p:extLst>
      <p:ext uri="{BB962C8B-B14F-4D97-AF65-F5344CB8AC3E}">
        <p14:creationId xmlns:p14="http://schemas.microsoft.com/office/powerpoint/2010/main" val="3562027112"/>
      </p:ext>
    </p:extLst>
  </p:cSld>
  <p:clrMapOvr>
    <a:masterClrMapping/>
  </p:clrMapOvr>
  <p:transition>
    <p:fade/>
  </p:transition>
</p:sld>
</file>

<file path=ppt/slides/slide_A0D_8F87201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12ED4-DA66-E84A-113F-4864C6DA03F7}"/>
              </a:ext>
            </a:extLst>
          </p:cNvPr>
          <p:cNvSpPr>
            <a:spLocks noGrp="1"/>
          </p:cNvSpPr>
          <p:nvPr>
            <p:ph type="title"/>
          </p:nvPr>
        </p:nvSpPr>
        <p:spPr>
          <a:xfrm>
            <a:off x="731520" y="365760"/>
            <a:ext cx="10741152" cy="1132258"/>
          </a:xfrm>
        </p:spPr>
        <p:txBody>
          <a:bodyPr anchor="b">
            <a:normAutofit/>
          </a:bodyPr>
          <a:lstStyle/>
          <a:p>
            <a:r>
              <a:rPr lang="en-US"/>
              <a:t>Contact and Closing Statement</a:t>
            </a:r>
          </a:p>
        </p:txBody>
      </p:sp>
      <p:sp>
        <p:nvSpPr>
          <p:cNvPr id="3" name="Footer Placeholder 2">
            <a:extLst>
              <a:ext uri="{FF2B5EF4-FFF2-40B4-BE49-F238E27FC236}">
                <a16:creationId xmlns:a16="http://schemas.microsoft.com/office/drawing/2014/main" id="{C5D211F2-372F-4918-F368-A65F7C086885}"/>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18816B79-3131-68B1-A372-39F6F6958071}"/>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EEE6A364-A39C-470E-B89A-9BD899585684}"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1E9C4AC7-7E4F-147D-2FD5-86DF875BD82F}"/>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graphicFrame>
        <p:nvGraphicFramePr>
          <p:cNvPr id="7" name="Content Placeholder 6">
            <a:extLst>
              <a:ext uri="{FF2B5EF4-FFF2-40B4-BE49-F238E27FC236}">
                <a16:creationId xmlns:a16="http://schemas.microsoft.com/office/drawing/2014/main" id="{FD81B033-3848-45CF-BEFD-D6977167B08A}"/>
              </a:ext>
            </a:extLst>
          </p:cNvPr>
          <p:cNvGraphicFramePr>
            <a:graphicFrameLocks noGrp="1"/>
          </p:cNvGraphicFramePr>
          <p:nvPr>
            <p:ph idx="1"/>
            <p:extLst>
              <p:ext uri="{D42A27DB-BD31-4B8C-83A1-F6EECF244321}">
                <p14:modId xmlns:p14="http://schemas.microsoft.com/office/powerpoint/2010/main" val="21725563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731520" y="1658679"/>
          <a:ext cx="10780776" cy="492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7997466"/>
      </p:ext>
    </p:extLst>
  </p:cSld>
  <p:clrMapOvr>
    <a:masterClrMapping/>
  </p:clrMapOvr>
  <p:transition>
    <p:fade/>
  </p:transition>
</p:sld>
</file>

<file path=ppt/slides/slide_A01_19DD61F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8169-F16C-7B2F-0D1A-591DA82B26F4}"/>
              </a:ext>
            </a:extLst>
          </p:cNvPr>
          <p:cNvSpPr>
            <a:spLocks noGrp="1"/>
          </p:cNvSpPr>
          <p:nvPr>
            <p:ph type="ctrTitle"/>
          </p:nvPr>
        </p:nvSpPr>
        <p:spPr>
          <a:xfrm>
            <a:off x="609600" y="5218032"/>
            <a:ext cx="10972800" cy="786384"/>
          </a:xfrm>
        </p:spPr>
        <p:txBody>
          <a:bodyPr anchor="b">
            <a:normAutofit/>
          </a:bodyPr>
          <a:lstStyle/>
          <a:p>
            <a:r>
              <a:rPr lang="en-US" sz="3400"/>
              <a:t>The Titans Club — Sponsorship Pitch Deck</a:t>
            </a:r>
          </a:p>
        </p:txBody>
      </p:sp>
      <p:sp>
        <p:nvSpPr>
          <p:cNvPr id="3" name="Subtitle 2">
            <a:extLst>
              <a:ext uri="{FF2B5EF4-FFF2-40B4-BE49-F238E27FC236}">
                <a16:creationId xmlns:a16="http://schemas.microsoft.com/office/drawing/2014/main" id="{3822B528-16DA-A42A-7725-ED3FAFC41C4C}"/>
              </a:ext>
            </a:extLst>
          </p:cNvPr>
          <p:cNvSpPr>
            <a:spLocks noGrp="1"/>
          </p:cNvSpPr>
          <p:nvPr>
            <p:ph type="subTitle" idx="1"/>
          </p:nvPr>
        </p:nvSpPr>
        <p:spPr>
          <a:xfrm>
            <a:off x="609600" y="5972629"/>
            <a:ext cx="10972800" cy="480373"/>
          </a:xfrm>
        </p:spPr>
        <p:txBody>
          <a:bodyPr anchor="t">
            <a:normAutofit/>
          </a:bodyPr>
          <a:lstStyle/>
          <a:p>
            <a:r>
              <a:rPr lang="en-US"/>
              <a:t>Presenting unique opportunities for strategic partnerships</a:t>
            </a:r>
          </a:p>
        </p:txBody>
      </p:sp>
      <p:pic>
        <p:nvPicPr>
          <p:cNvPr id="7" name="Picture 6" descr="People shaking hands">
            <a:extLst>
              <a:ext uri="{FF2B5EF4-FFF2-40B4-BE49-F238E27FC236}">
                <a16:creationId xmlns:a16="http://schemas.microsoft.com/office/drawing/2014/main" id="{6E9050C9-EBBC-45BD-A79B-CDFBC85AD1F9}"/>
              </a:ext>
            </a:extLst>
          </p:cNvPr>
          <p:cNvPicPr>
            <a:picLocks noChangeAspect="1"/>
          </p:cNvPicPr>
          <p:nvPr/>
        </p:nvPicPr>
        <p:blipFill>
          <a:blip r:embed="rId3"/>
          <a:srcRect t="25760" b="12968"/>
          <a:stretch>
            <a:fillRect/>
          </a:stretch>
        </p:blipFill>
        <p:spPr>
          <a:xfrm>
            <a:off x="20" y="10"/>
            <a:ext cx="12191979" cy="4986415"/>
          </a:xfrm>
          <a:prstGeom prst="rect">
            <a:avLst/>
          </a:prstGeom>
        </p:spPr>
      </p:pic>
      <p:sp>
        <p:nvSpPr>
          <p:cNvPr id="4" name="Footer Placeholder 3">
            <a:extLst>
              <a:ext uri="{FF2B5EF4-FFF2-40B4-BE49-F238E27FC236}">
                <a16:creationId xmlns:a16="http://schemas.microsoft.com/office/drawing/2014/main" id="{7E3B31A7-D253-8C4D-C63D-A307170EEDD7}"/>
              </a:ext>
            </a:extLst>
          </p:cNvPr>
          <p:cNvSpPr>
            <a:spLocks noGrp="1"/>
          </p:cNvSpPr>
          <p:nvPr>
            <p:ph type="ftr" sz="quarter" idx="15"/>
          </p:nvPr>
        </p:nvSpPr>
        <p:spPr>
          <a:xfrm rot="16200000">
            <a:off x="-396119" y="5787191"/>
            <a:ext cx="1503444"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0771C66-E8DB-A180-59BF-8E23DB1FC94F}"/>
              </a:ext>
            </a:extLst>
          </p:cNvPr>
          <p:cNvSpPr>
            <a:spLocks noGrp="1"/>
          </p:cNvSpPr>
          <p:nvPr>
            <p:ph type="dt" sz="half" idx="14"/>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E7349BFB-36B0-E4BD-61DC-AC0CF8F53477}"/>
              </a:ext>
            </a:extLst>
          </p:cNvPr>
          <p:cNvSpPr>
            <a:spLocks noGrp="1"/>
          </p:cNvSpPr>
          <p:nvPr>
            <p:ph type="sldNum" sz="quarter" idx="16"/>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43393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76FF1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540BD-5ACF-DA6B-9F25-1742A1634670}"/>
              </a:ext>
            </a:extLst>
          </p:cNvPr>
          <p:cNvSpPr>
            <a:spLocks noGrp="1"/>
          </p:cNvSpPr>
          <p:nvPr>
            <p:ph type="title"/>
          </p:nvPr>
        </p:nvSpPr>
        <p:spPr>
          <a:xfrm>
            <a:off x="838200" y="859536"/>
            <a:ext cx="9546336" cy="3675885"/>
          </a:xfrm>
        </p:spPr>
        <p:txBody>
          <a:bodyPr anchor="t">
            <a:normAutofit/>
          </a:bodyPr>
          <a:lstStyle/>
          <a:p>
            <a:r>
              <a:rPr lang="en-US"/>
              <a:t>Identity and Vision</a:t>
            </a:r>
          </a:p>
        </p:txBody>
      </p:sp>
      <p:sp>
        <p:nvSpPr>
          <p:cNvPr id="4" name="Footer Placeholder 3">
            <a:extLst>
              <a:ext uri="{FF2B5EF4-FFF2-40B4-BE49-F238E27FC236}">
                <a16:creationId xmlns:a16="http://schemas.microsoft.com/office/drawing/2014/main" id="{AD152EAC-5A39-EA2F-D43B-82743042E80D}"/>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6786FDB9-0B9C-975C-1BA2-A6DC1C13F127}"/>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69C3A672-7B67-1A14-BE9C-D4FFDA9AAA30}"/>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1996428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D092AC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300A-7B6E-D561-B0FC-FA3E44B3DB4A}"/>
              </a:ext>
            </a:extLst>
          </p:cNvPr>
          <p:cNvSpPr>
            <a:spLocks noGrp="1"/>
          </p:cNvSpPr>
          <p:nvPr>
            <p:ph type="title"/>
          </p:nvPr>
        </p:nvSpPr>
        <p:spPr>
          <a:xfrm>
            <a:off x="731520" y="320040"/>
            <a:ext cx="6858000" cy="932688"/>
          </a:xfrm>
        </p:spPr>
        <p:txBody>
          <a:bodyPr anchor="b">
            <a:normAutofit/>
          </a:bodyPr>
          <a:lstStyle/>
          <a:p>
            <a:r>
              <a:rPr lang="en-US" sz="3000"/>
              <a:t>The Titans Club Brand Identity</a:t>
            </a:r>
          </a:p>
        </p:txBody>
      </p:sp>
      <p:sp>
        <p:nvSpPr>
          <p:cNvPr id="5" name="Content Placeholder 4">
            <a:extLst>
              <a:ext uri="{FF2B5EF4-FFF2-40B4-BE49-F238E27FC236}">
                <a16:creationId xmlns:a16="http://schemas.microsoft.com/office/drawing/2014/main" id="{26E9B54D-3C23-D0CB-0AF2-6A24D14AE1A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983480"/>
          </a:xfrm>
        </p:spPr>
        <p:txBody>
          <a:bodyPr>
            <a:normAutofit/>
          </a:bodyPr>
          <a:lstStyle/>
          <a:p>
            <a:pPr marL="0" indent="0">
              <a:spcBef>
                <a:spcPts val="2500"/>
              </a:spcBef>
              <a:buFont typeface="Arial" panose="020B0604020202020204" pitchFamily="34" charset="0"/>
              <a:buNone/>
            </a:pPr>
            <a:r>
              <a:rPr lang="en-US" sz="1400" b="1"/>
              <a:t>Premium Brand Positioning</a:t>
            </a:r>
          </a:p>
          <a:p>
            <a:pPr marL="0" lvl="1" indent="0">
              <a:buFont typeface="Arial" panose="020B0604020202020204" pitchFamily="34" charset="0"/>
              <a:buNone/>
            </a:pPr>
            <a:r>
              <a:rPr lang="en-US" sz="1400"/>
              <a:t>The Titans Club combines Roman Empire strength with modern luxury standards, creating a prestigious student organization.</a:t>
            </a:r>
          </a:p>
          <a:p>
            <a:pPr marL="0" indent="0">
              <a:spcBef>
                <a:spcPts val="2500"/>
              </a:spcBef>
              <a:buFont typeface="Arial" panose="020B0604020202020204" pitchFamily="34" charset="0"/>
              <a:buNone/>
            </a:pPr>
            <a:r>
              <a:rPr lang="en-US" sz="1400" b="1"/>
              <a:t>Core Values and Motto</a:t>
            </a:r>
          </a:p>
          <a:p>
            <a:pPr marL="0" lvl="1" indent="0">
              <a:buFont typeface="Arial" panose="020B0604020202020204" pitchFamily="34" charset="0"/>
              <a:buNone/>
            </a:pPr>
            <a:r>
              <a:rPr lang="en-US" sz="1400"/>
              <a:t>FORTITUDO, DISCIPLINA, HONOR reflect strength, discipline, and honor in all club activities and partnerships.</a:t>
            </a:r>
          </a:p>
          <a:p>
            <a:pPr marL="0" indent="0">
              <a:spcBef>
                <a:spcPts val="2500"/>
              </a:spcBef>
              <a:buFont typeface="Arial" panose="020B0604020202020204" pitchFamily="34" charset="0"/>
              <a:buNone/>
            </a:pPr>
            <a:r>
              <a:rPr lang="en-US" sz="1400" b="1"/>
              <a:t>Corporate-Grade Aesthetic</a:t>
            </a:r>
          </a:p>
          <a:p>
            <a:pPr marL="0" lvl="1" indent="0">
              <a:buFont typeface="Arial" panose="020B0604020202020204" pitchFamily="34" charset="0"/>
              <a:buNone/>
            </a:pPr>
            <a:r>
              <a:rPr lang="en-US" sz="1400"/>
              <a:t>The club adopts a corporate and cinematic aesthetic, bridging university life with professional worlds seamlessly.</a:t>
            </a:r>
          </a:p>
          <a:p>
            <a:pPr marL="0" indent="0">
              <a:spcBef>
                <a:spcPts val="2500"/>
              </a:spcBef>
              <a:buFont typeface="Arial" panose="020B0604020202020204" pitchFamily="34" charset="0"/>
              <a:buNone/>
            </a:pPr>
            <a:r>
              <a:rPr lang="en-US" sz="1400" b="1"/>
              <a:t>Sponsor and Student Appeal</a:t>
            </a:r>
          </a:p>
          <a:p>
            <a:pPr marL="0" lvl="1" indent="0">
              <a:buFont typeface="Arial" panose="020B0604020202020204" pitchFamily="34" charset="0"/>
              <a:buNone/>
            </a:pPr>
            <a:r>
              <a:rPr lang="en-US" sz="1400"/>
              <a:t>The Titans Club attracts high-caliber students and offers sponsors exclusive, credible, and aspirational brand association.</a:t>
            </a:r>
          </a:p>
        </p:txBody>
      </p:sp>
      <p:pic>
        <p:nvPicPr>
          <p:cNvPr id="8" name="Content Placeholder 7" descr="Detail of carved columns, full frame horizontal composition with copy space, architectural">
            <a:extLst>
              <a:ext uri="{FF2B5EF4-FFF2-40B4-BE49-F238E27FC236}">
                <a16:creationId xmlns:a16="http://schemas.microsoft.com/office/drawing/2014/main" id="{0F15E43A-8570-4FC5-BA0C-491A8C1DE8C7}"/>
              </a:ext>
            </a:extLst>
          </p:cNvPr>
          <p:cNvPicPr>
            <a:picLocks noGrp="1" noChangeAspect="1"/>
          </p:cNvPicPr>
          <p:nvPr>
            <p:ph type="pic" sz="quarter" idx="13"/>
          </p:nvPr>
        </p:nvPicPr>
        <p:blipFill>
          <a:blip r:embed="rId3"/>
          <a:srcRect l="35416" r="24675" b="-1"/>
          <a:stretch>
            <a:fillRect/>
          </a:stretch>
        </p:blipFill>
        <p:spPr>
          <a:xfrm>
            <a:off x="8091732" y="10"/>
            <a:ext cx="4100267" cy="6857990"/>
          </a:xfrm>
        </p:spPr>
      </p:pic>
      <p:sp>
        <p:nvSpPr>
          <p:cNvPr id="6" name="Date Placeholder 5">
            <a:extLst>
              <a:ext uri="{FF2B5EF4-FFF2-40B4-BE49-F238E27FC236}">
                <a16:creationId xmlns:a16="http://schemas.microsoft.com/office/drawing/2014/main" id="{55C51F3B-C218-A798-BF43-D097C277215B}"/>
              </a:ext>
            </a:extLst>
          </p:cNvPr>
          <p:cNvSpPr>
            <a:spLocks noGrp="1"/>
          </p:cNvSpPr>
          <p:nvPr>
            <p:ph type="dt" sz="half" idx="15"/>
          </p:nvPr>
        </p:nvSpPr>
        <p:spPr>
          <a:xfrm rot="5400000">
            <a:off x="-997745"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C885D8E9-783C-C41B-2951-A24CAD62F758}"/>
              </a:ext>
            </a:extLst>
          </p:cNvPr>
          <p:cNvSpPr>
            <a:spLocks noGrp="1"/>
          </p:cNvSpPr>
          <p:nvPr>
            <p:ph type="ftr" sz="quarter" idx="16"/>
          </p:nvPr>
        </p:nvSpPr>
        <p:spPr>
          <a:xfrm rot="16200000">
            <a:off x="-1131161"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C5EB1019-258D-5A89-2123-AAB730CEC532}"/>
              </a:ext>
            </a:extLst>
          </p:cNvPr>
          <p:cNvSpPr>
            <a:spLocks noGrp="1"/>
          </p:cNvSpPr>
          <p:nvPr>
            <p:ph type="sldNum" sz="quarter" idx="17"/>
          </p:nvPr>
        </p:nvSpPr>
        <p:spPr>
          <a:xfrm>
            <a:off x="51117"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2187045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4_AC964DA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B4DC1-E232-634C-324D-1BD4FEF8AEF2}"/>
              </a:ext>
            </a:extLst>
          </p:cNvPr>
          <p:cNvSpPr>
            <a:spLocks noGrp="1"/>
          </p:cNvSpPr>
          <p:nvPr>
            <p:ph type="title"/>
          </p:nvPr>
        </p:nvSpPr>
        <p:spPr>
          <a:xfrm>
            <a:off x="4480560" y="320040"/>
            <a:ext cx="6858000" cy="932688"/>
          </a:xfrm>
        </p:spPr>
        <p:txBody>
          <a:bodyPr anchor="b">
            <a:normAutofit/>
          </a:bodyPr>
          <a:lstStyle/>
          <a:p>
            <a:r>
              <a:rPr lang="en-US"/>
              <a:t>Vision and Purpose</a:t>
            </a:r>
          </a:p>
        </p:txBody>
      </p:sp>
      <p:pic>
        <p:nvPicPr>
          <p:cNvPr id="8" name="Content Placeholder 7" descr="An Asian couple sit on a park bench outside a university building and study for their upcoming test. Another couple sit on the bench next to them. They are talking and not studying.">
            <a:extLst>
              <a:ext uri="{FF2B5EF4-FFF2-40B4-BE49-F238E27FC236}">
                <a16:creationId xmlns:a16="http://schemas.microsoft.com/office/drawing/2014/main" id="{2E0CC168-3C4B-499A-A282-5BD688D3A8C6}"/>
              </a:ext>
            </a:extLst>
          </p:cNvPr>
          <p:cNvPicPr>
            <a:picLocks noGrp="1" noChangeAspect="1"/>
          </p:cNvPicPr>
          <p:nvPr>
            <p:ph type="pic" sz="quarter" idx="13"/>
          </p:nvPr>
        </p:nvPicPr>
        <p:blipFill>
          <a:blip r:embed="rId3"/>
          <a:srcRect l="40118" r="20869"/>
          <a:stretch>
            <a:fillRect/>
          </a:stretch>
        </p:blipFill>
        <p:spPr>
          <a:xfrm>
            <a:off x="20" y="1"/>
            <a:ext cx="4023340" cy="6858000"/>
          </a:xfrm>
        </p:spPr>
      </p:pic>
      <p:sp>
        <p:nvSpPr>
          <p:cNvPr id="5" name="Content Placeholder 4">
            <a:extLst>
              <a:ext uri="{FF2B5EF4-FFF2-40B4-BE49-F238E27FC236}">
                <a16:creationId xmlns:a16="http://schemas.microsoft.com/office/drawing/2014/main" id="{05697D48-F21B-A83B-241D-1424BD7DD1B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Redefining Student Engagement</a:t>
            </a:r>
          </a:p>
          <a:p>
            <a:pPr marL="0" lvl="1" indent="0">
              <a:buFont typeface="Arial" panose="020B0604020202020204" pitchFamily="34" charset="0"/>
              <a:buNone/>
            </a:pPr>
            <a:r>
              <a:rPr lang="en-US" sz="1400"/>
              <a:t>The Titans Club creates a platform that develops future leaders and professionals through real-world experiences.</a:t>
            </a:r>
          </a:p>
          <a:p>
            <a:pPr marL="0" indent="0">
              <a:spcBef>
                <a:spcPts val="2500"/>
              </a:spcBef>
              <a:buFont typeface="Arial" panose="020B0604020202020204" pitchFamily="34" charset="0"/>
              <a:buNone/>
            </a:pPr>
            <a:r>
              <a:rPr lang="en-US" sz="1400" b="1"/>
              <a:t>Multidisciplinary Ecosystem</a:t>
            </a:r>
          </a:p>
          <a:p>
            <a:pPr marL="0" lvl="1" indent="0">
              <a:buFont typeface="Arial" panose="020B0604020202020204" pitchFamily="34" charset="0"/>
              <a:buNone/>
            </a:pPr>
            <a:r>
              <a:rPr lang="en-US" sz="1400"/>
              <a:t>Integrates leadership, event management, media, marketing, entertainment, and innovation into one cohesive platform.</a:t>
            </a:r>
          </a:p>
          <a:p>
            <a:pPr marL="0" indent="0">
              <a:spcBef>
                <a:spcPts val="2500"/>
              </a:spcBef>
              <a:buFont typeface="Arial" panose="020B0604020202020204" pitchFamily="34" charset="0"/>
              <a:buNone/>
            </a:pPr>
            <a:r>
              <a:rPr lang="en-US" sz="1400" b="1"/>
              <a:t>Bridging Education and Practice</a:t>
            </a:r>
          </a:p>
          <a:p>
            <a:pPr marL="0" lvl="1" indent="0">
              <a:buFont typeface="Arial" panose="020B0604020202020204" pitchFamily="34" charset="0"/>
              <a:buNone/>
            </a:pPr>
            <a:r>
              <a:rPr lang="en-US" sz="1400"/>
              <a:t>The club trains students to think, plan, and deliver professionally, closing the gap between academics and workforce readiness.</a:t>
            </a:r>
          </a:p>
          <a:p>
            <a:pPr marL="0" indent="0">
              <a:spcBef>
                <a:spcPts val="2500"/>
              </a:spcBef>
              <a:buFont typeface="Arial" panose="020B0604020202020204" pitchFamily="34" charset="0"/>
              <a:buNone/>
            </a:pPr>
            <a:r>
              <a:rPr lang="en-US" sz="1400" b="1"/>
              <a:t>Sponsor Engagement and Impact</a:t>
            </a:r>
          </a:p>
          <a:p>
            <a:pPr marL="0" lvl="1" indent="0">
              <a:buFont typeface="Arial" panose="020B0604020202020204" pitchFamily="34" charset="0"/>
              <a:buNone/>
            </a:pPr>
            <a:r>
              <a:rPr lang="en-US" sz="1400"/>
              <a:t>Sponsors collaborate intentionally with a growth-oriented student group, building long-term influence and value.</a:t>
            </a:r>
          </a:p>
        </p:txBody>
      </p:sp>
      <p:sp>
        <p:nvSpPr>
          <p:cNvPr id="6" name="Date Placeholder 5">
            <a:extLst>
              <a:ext uri="{FF2B5EF4-FFF2-40B4-BE49-F238E27FC236}">
                <a16:creationId xmlns:a16="http://schemas.microsoft.com/office/drawing/2014/main" id="{83B95554-9CDA-25D2-BA94-018AC0BCFC9A}"/>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1690F148-B9AF-4FBF-7591-97F972E78CF3}"/>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A491A06D-9133-C312-0289-A81522E1EEEA}"/>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28955314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5_682EBB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B1BD1-30F0-51D7-5CDD-A105F910AF66}"/>
              </a:ext>
            </a:extLst>
          </p:cNvPr>
          <p:cNvSpPr>
            <a:spLocks noGrp="1"/>
          </p:cNvSpPr>
          <p:nvPr>
            <p:ph type="title"/>
          </p:nvPr>
        </p:nvSpPr>
        <p:spPr>
          <a:xfrm>
            <a:off x="838200" y="859536"/>
            <a:ext cx="9546336" cy="3675885"/>
          </a:xfrm>
        </p:spPr>
        <p:txBody>
          <a:bodyPr anchor="t">
            <a:normAutofit/>
          </a:bodyPr>
          <a:lstStyle/>
          <a:p>
            <a:r>
              <a:rPr lang="en-US"/>
              <a:t>Core Strengths</a:t>
            </a:r>
          </a:p>
        </p:txBody>
      </p:sp>
      <p:sp>
        <p:nvSpPr>
          <p:cNvPr id="4" name="Footer Placeholder 3">
            <a:extLst>
              <a:ext uri="{FF2B5EF4-FFF2-40B4-BE49-F238E27FC236}">
                <a16:creationId xmlns:a16="http://schemas.microsoft.com/office/drawing/2014/main" id="{F098354D-513A-E357-6299-AA8F1891CFBD}"/>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5F7901FD-E4C4-D257-5A78-888196697D4C}"/>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DE3D2250-AEC7-0E96-1F63-6C167300DAB0}"/>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1747893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6_CB6A581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B6FC5-31F5-B18D-B193-57C2DC2D0160}"/>
              </a:ext>
            </a:extLst>
          </p:cNvPr>
          <p:cNvSpPr>
            <a:spLocks noGrp="1"/>
          </p:cNvSpPr>
          <p:nvPr>
            <p:ph type="title"/>
          </p:nvPr>
        </p:nvSpPr>
        <p:spPr>
          <a:xfrm>
            <a:off x="4480560" y="320040"/>
            <a:ext cx="6858000" cy="932688"/>
          </a:xfrm>
        </p:spPr>
        <p:txBody>
          <a:bodyPr anchor="b">
            <a:normAutofit/>
          </a:bodyPr>
          <a:lstStyle/>
          <a:p>
            <a:r>
              <a:rPr lang="en-US" sz="3000"/>
              <a:t>Integrated Marketing and Media Power</a:t>
            </a:r>
          </a:p>
        </p:txBody>
      </p:sp>
      <p:pic>
        <p:nvPicPr>
          <p:cNvPr id="8" name="Content Placeholder 7" descr="Three cheerful young designers working on new project">
            <a:extLst>
              <a:ext uri="{FF2B5EF4-FFF2-40B4-BE49-F238E27FC236}">
                <a16:creationId xmlns:a16="http://schemas.microsoft.com/office/drawing/2014/main" id="{9080D23A-95CE-4B1E-A224-FD9B58BE19F1}"/>
              </a:ext>
            </a:extLst>
          </p:cNvPr>
          <p:cNvPicPr>
            <a:picLocks noGrp="1" noChangeAspect="1"/>
          </p:cNvPicPr>
          <p:nvPr>
            <p:ph type="pic" sz="quarter" idx="13"/>
          </p:nvPr>
        </p:nvPicPr>
        <p:blipFill>
          <a:blip r:embed="rId3"/>
          <a:srcRect l="45707" r="13960" b="-1"/>
          <a:stretch>
            <a:fillRect/>
          </a:stretch>
        </p:blipFill>
        <p:spPr>
          <a:xfrm>
            <a:off x="20" y="1"/>
            <a:ext cx="4023340" cy="6858000"/>
          </a:xfrm>
        </p:spPr>
      </p:pic>
      <p:sp>
        <p:nvSpPr>
          <p:cNvPr id="5" name="Content Placeholder 4">
            <a:extLst>
              <a:ext uri="{FF2B5EF4-FFF2-40B4-BE49-F238E27FC236}">
                <a16:creationId xmlns:a16="http://schemas.microsoft.com/office/drawing/2014/main" id="{3F1E66F3-61D8-AB01-0545-8F9D66DDB9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Integrated Marketing Ecosystem</a:t>
            </a:r>
          </a:p>
          <a:p>
            <a:pPr marL="0" lvl="1" indent="0">
              <a:buFont typeface="Arial" panose="020B0604020202020204" pitchFamily="34" charset="0"/>
              <a:buNone/>
            </a:pPr>
            <a:r>
              <a:rPr lang="en-US" sz="1400"/>
              <a:t>The Titans Club employs a dedicated marketing team to design campaigns and execute brand integrations across physical and digital platforms.</a:t>
            </a:r>
          </a:p>
          <a:p>
            <a:pPr marL="0" indent="0">
              <a:spcBef>
                <a:spcPts val="2500"/>
              </a:spcBef>
              <a:buFont typeface="Arial" panose="020B0604020202020204" pitchFamily="34" charset="0"/>
              <a:buNone/>
            </a:pPr>
            <a:r>
              <a:rPr lang="en-US" sz="1400" b="1"/>
              <a:t>Professional Media Production</a:t>
            </a:r>
          </a:p>
          <a:p>
            <a:pPr marL="0" lvl="1" indent="0">
              <a:buFont typeface="Arial" panose="020B0604020202020204" pitchFamily="34" charset="0"/>
              <a:buNone/>
            </a:pPr>
            <a:r>
              <a:rPr lang="en-US" sz="1400"/>
              <a:t>A media team specializes in photography, videography, and social media content to create visually compelling sponsor activations.</a:t>
            </a:r>
          </a:p>
          <a:p>
            <a:pPr marL="0" indent="0">
              <a:spcBef>
                <a:spcPts val="2500"/>
              </a:spcBef>
              <a:buFont typeface="Arial" panose="020B0604020202020204" pitchFamily="34" charset="0"/>
              <a:buNone/>
            </a:pPr>
            <a:r>
              <a:rPr lang="en-US" sz="1400" b="1"/>
              <a:t>Strategic Content Planning</a:t>
            </a:r>
          </a:p>
          <a:p>
            <a:pPr marL="0" lvl="1" indent="0">
              <a:buFont typeface="Arial" panose="020B0604020202020204" pitchFamily="34" charset="0"/>
              <a:buNone/>
            </a:pPr>
            <a:r>
              <a:rPr lang="en-US" sz="1400"/>
              <a:t>Content is planned with storytelling, trend alignment, and platform optimization to maximize engagement and viral potential.</a:t>
            </a:r>
          </a:p>
          <a:p>
            <a:pPr marL="0" indent="0">
              <a:spcBef>
                <a:spcPts val="2500"/>
              </a:spcBef>
              <a:buFont typeface="Arial" panose="020B0604020202020204" pitchFamily="34" charset="0"/>
              <a:buNone/>
            </a:pPr>
            <a:r>
              <a:rPr lang="en-US" sz="1400" b="1"/>
              <a:t>Enhanced Sponsor Value</a:t>
            </a:r>
          </a:p>
          <a:p>
            <a:pPr marL="0" lvl="1" indent="0">
              <a:buFont typeface="Arial" panose="020B0604020202020204" pitchFamily="34" charset="0"/>
              <a:buNone/>
            </a:pPr>
            <a:r>
              <a:rPr lang="en-US" sz="1400"/>
              <a:t>Sponsor partnerships become engaging narratives, increasing brand recall, emotional connection, and digital presence among students.</a:t>
            </a:r>
          </a:p>
        </p:txBody>
      </p:sp>
      <p:sp>
        <p:nvSpPr>
          <p:cNvPr id="6" name="Date Placeholder 5">
            <a:extLst>
              <a:ext uri="{FF2B5EF4-FFF2-40B4-BE49-F238E27FC236}">
                <a16:creationId xmlns:a16="http://schemas.microsoft.com/office/drawing/2014/main" id="{C590CEDC-01A8-F5F6-445B-A7340500BA74}"/>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C8091C78-3274-EE52-AD58-5B04A72C165E}"/>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2C217135-D3F1-61E7-BAD9-4A560179D113}"/>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3412744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7_98B93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2274E-307A-92B3-C3D2-5C4BD5C6B822}"/>
              </a:ext>
            </a:extLst>
          </p:cNvPr>
          <p:cNvSpPr>
            <a:spLocks noGrp="1"/>
          </p:cNvSpPr>
          <p:nvPr>
            <p:ph type="title"/>
          </p:nvPr>
        </p:nvSpPr>
        <p:spPr>
          <a:xfrm>
            <a:off x="4480560" y="320040"/>
            <a:ext cx="6858000" cy="932688"/>
          </a:xfrm>
        </p:spPr>
        <p:txBody>
          <a:bodyPr anchor="b">
            <a:normAutofit/>
          </a:bodyPr>
          <a:lstStyle/>
          <a:p>
            <a:r>
              <a:rPr lang="en-US" sz="3000"/>
              <a:t>Talent, Execution, and Rapid Growth</a:t>
            </a:r>
          </a:p>
        </p:txBody>
      </p:sp>
      <p:pic>
        <p:nvPicPr>
          <p:cNvPr id="8" name="Content Placeholder 7" descr="six gears with team members working together">
            <a:extLst>
              <a:ext uri="{FF2B5EF4-FFF2-40B4-BE49-F238E27FC236}">
                <a16:creationId xmlns:a16="http://schemas.microsoft.com/office/drawing/2014/main" id="{342CE92A-8A1E-4F0D-AFCD-FC8BE75E546D}"/>
              </a:ext>
            </a:extLst>
          </p:cNvPr>
          <p:cNvPicPr>
            <a:picLocks noGrp="1" noChangeAspect="1"/>
          </p:cNvPicPr>
          <p:nvPr>
            <p:ph type="pic" sz="quarter" idx="13"/>
          </p:nvPr>
        </p:nvPicPr>
        <p:blipFill>
          <a:blip r:embed="rId3"/>
          <a:srcRect l="13024" r="12949"/>
          <a:stretch>
            <a:fillRect/>
          </a:stretch>
        </p:blipFill>
        <p:spPr>
          <a:xfrm>
            <a:off x="20" y="1"/>
            <a:ext cx="4023340" cy="6858000"/>
          </a:xfrm>
        </p:spPr>
      </p:pic>
      <p:sp>
        <p:nvSpPr>
          <p:cNvPr id="5" name="Content Placeholder 4">
            <a:extLst>
              <a:ext uri="{FF2B5EF4-FFF2-40B4-BE49-F238E27FC236}">
                <a16:creationId xmlns:a16="http://schemas.microsoft.com/office/drawing/2014/main" id="{D5353E05-94C8-CA22-B1A5-8F19386A23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Diverse Skilled Membership</a:t>
            </a:r>
          </a:p>
          <a:p>
            <a:pPr marL="0" lvl="1" indent="0">
              <a:buFont typeface="Arial" panose="020B0604020202020204" pitchFamily="34" charset="0"/>
              <a:buNone/>
            </a:pPr>
            <a:r>
              <a:rPr lang="en-US" sz="1400"/>
              <a:t>The club’s strength lies in its diverse talents including designers, developers, marketers, and emerging leaders.</a:t>
            </a:r>
          </a:p>
          <a:p>
            <a:pPr marL="0" indent="0">
              <a:spcBef>
                <a:spcPts val="2500"/>
              </a:spcBef>
              <a:buFont typeface="Arial" panose="020B0604020202020204" pitchFamily="34" charset="0"/>
              <a:buNone/>
            </a:pPr>
            <a:r>
              <a:rPr lang="en-US" sz="1400" b="1"/>
              <a:t>Strong Execution Discipline</a:t>
            </a:r>
          </a:p>
          <a:p>
            <a:pPr marL="0" lvl="1" indent="0">
              <a:buFont typeface="Arial" panose="020B0604020202020204" pitchFamily="34" charset="0"/>
              <a:buNone/>
            </a:pPr>
            <a:r>
              <a:rPr lang="en-US" sz="1400"/>
              <a:t>Structured management and clear roles ensure reliable delivery and high-quality event execution.</a:t>
            </a:r>
          </a:p>
          <a:p>
            <a:pPr marL="0" indent="0">
              <a:spcBef>
                <a:spcPts val="2500"/>
              </a:spcBef>
              <a:buFont typeface="Arial" panose="020B0604020202020204" pitchFamily="34" charset="0"/>
              <a:buNone/>
            </a:pPr>
            <a:r>
              <a:rPr lang="en-US" sz="1400" b="1"/>
              <a:t>Rapid Growth and Influence</a:t>
            </a:r>
          </a:p>
          <a:p>
            <a:pPr marL="0" lvl="1" indent="0">
              <a:buFont typeface="Arial" panose="020B0604020202020204" pitchFamily="34" charset="0"/>
              <a:buNone/>
            </a:pPr>
            <a:r>
              <a:rPr lang="en-US" sz="1400"/>
              <a:t>Operational discipline drives rapid growth in community size and campus influence, boosting credibility.</a:t>
            </a:r>
          </a:p>
          <a:p>
            <a:pPr marL="0" indent="0">
              <a:spcBef>
                <a:spcPts val="2500"/>
              </a:spcBef>
              <a:buFont typeface="Arial" panose="020B0604020202020204" pitchFamily="34" charset="0"/>
              <a:buNone/>
            </a:pPr>
            <a:r>
              <a:rPr lang="en-US" sz="1400" b="1"/>
              <a:t>Sponsor Partnership Benefits</a:t>
            </a:r>
          </a:p>
          <a:p>
            <a:pPr marL="0" lvl="1" indent="0">
              <a:buFont typeface="Arial" panose="020B0604020202020204" pitchFamily="34" charset="0"/>
              <a:buNone/>
            </a:pPr>
            <a:r>
              <a:rPr lang="en-US" sz="1400"/>
              <a:t>Growing visibility offers sponsors increasing returns on investment and alignment with a rising platform.</a:t>
            </a:r>
          </a:p>
        </p:txBody>
      </p:sp>
      <p:sp>
        <p:nvSpPr>
          <p:cNvPr id="6" name="Date Placeholder 5">
            <a:extLst>
              <a:ext uri="{FF2B5EF4-FFF2-40B4-BE49-F238E27FC236}">
                <a16:creationId xmlns:a16="http://schemas.microsoft.com/office/drawing/2014/main" id="{B30B9DB0-1DEA-57EB-C531-98513AC83F36}"/>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DFFB7CFE-1E79-EE83-6E1A-2365EBDA5443}"/>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EFD0F9CF-5725-9652-D869-03AFB5638407}"/>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2562276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8_9A580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5ED69-0826-87A5-EA63-0EBA3A968118}"/>
              </a:ext>
            </a:extLst>
          </p:cNvPr>
          <p:cNvSpPr>
            <a:spLocks noGrp="1"/>
          </p:cNvSpPr>
          <p:nvPr>
            <p:ph type="title"/>
          </p:nvPr>
        </p:nvSpPr>
        <p:spPr>
          <a:xfrm>
            <a:off x="838200" y="859536"/>
            <a:ext cx="9546336" cy="3675885"/>
          </a:xfrm>
        </p:spPr>
        <p:txBody>
          <a:bodyPr anchor="t">
            <a:normAutofit/>
          </a:bodyPr>
          <a:lstStyle/>
          <a:p>
            <a:r>
              <a:rPr lang="en-US"/>
              <a:t>Strategic Environment</a:t>
            </a:r>
          </a:p>
        </p:txBody>
      </p:sp>
      <p:sp>
        <p:nvSpPr>
          <p:cNvPr id="4" name="Footer Placeholder 3">
            <a:extLst>
              <a:ext uri="{FF2B5EF4-FFF2-40B4-BE49-F238E27FC236}">
                <a16:creationId xmlns:a16="http://schemas.microsoft.com/office/drawing/2014/main" id="{C222BE9A-FFD0-930B-CE47-37873FEEAD50}"/>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B5B99C77-B8B2-DC1F-BAC1-CD7203CF541E}"/>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4CD19086-A65A-4602-91F4-970C54AA3FEE}"/>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25894588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318650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1D9E3-0C00-A992-AA10-61FF280E5917}"/>
              </a:ext>
            </a:extLst>
          </p:cNvPr>
          <p:cNvSpPr>
            <a:spLocks noGrp="1"/>
          </p:cNvSpPr>
          <p:nvPr>
            <p:ph type="title"/>
          </p:nvPr>
        </p:nvSpPr>
        <p:spPr>
          <a:xfrm>
            <a:off x="838200" y="859536"/>
            <a:ext cx="9546336" cy="3675885"/>
          </a:xfrm>
        </p:spPr>
        <p:txBody>
          <a:bodyPr anchor="t">
            <a:normAutofit/>
          </a:bodyPr>
          <a:lstStyle/>
          <a:p>
            <a:r>
              <a:rPr lang="en-US"/>
              <a:t>Events and Sponsor Value</a:t>
            </a:r>
          </a:p>
        </p:txBody>
      </p:sp>
      <p:sp>
        <p:nvSpPr>
          <p:cNvPr id="4" name="Footer Placeholder 3">
            <a:extLst>
              <a:ext uri="{FF2B5EF4-FFF2-40B4-BE49-F238E27FC236}">
                <a16:creationId xmlns:a16="http://schemas.microsoft.com/office/drawing/2014/main" id="{8FBD9830-04D0-EB73-F51B-091F8D47A218}"/>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DF8BC2DE-E726-84ED-B504-DB756FD674A7}"/>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9492BD28-E2D9-2255-269D-3CB80C68080C}"/>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8308859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_0_8BC9AC1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59E63655.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docProps/core.xml><?xml version="1.0" encoding="utf-8"?>
<cp:coreProperties xmlns:cp="http://schemas.openxmlformats.org/package/2006/metadata/core-properties" xmlns:dc="http://purl.org/dc/elements/1.1/" xmlns:dcterms="http://purl.org/dc/terms/" xmlns:xsi="http://www.w3.org/2001/XMLSchema-instance">
  <dc:creator>hyy102795@Gu.edu.eg</dc:creator>
  <cp:lastModifiedBy>hyy102795@Gu.edu.eg</cp:lastModifiedBy>
</cp:coreProperties>
</file>